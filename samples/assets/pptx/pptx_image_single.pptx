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00" name="Image 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pic>
          <p:nvPicPr>
            <p:cNvPr id="2" name="Picture 1" descr="_tmp_singl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0000" y="900000"/>
              <a:ext cx="4000000" cy="25000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
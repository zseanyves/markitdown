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g"/>
  <ns0:Default Extension="png" ContentType="image/png"/>
  <ns0:Default Extension="bmp" ContentType="image/bmp"/>
  <ns0:Default Extension="gif" ContentType="image/gif"/>
  <ns0:Default Extension="tif" ContentType="image/tif"/>
  <ns0:Default Extension="pdf" ContentType="application/pdf"/>
  <ns0:Default Extension="mov" ContentType="application/movie"/>
  <ns0:Default Extension="vml" ContentType="application/vnd.openxmlformats-officedocument.vmlDrawing"/>
  <ns0:Default Extension="xlsx" ContentType="application/vnd.openxmlformats-officedocument.spreadsheetml.sheet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commentAuthors.xml" ContentType="application/vnd.openxmlformats-officedocument.presentationml.commentAuthors+xml"/>
  <ns0:Override PartName="/ppt/tableStyles.xml" ContentType="application/vnd.openxmlformats-officedocument.presentationml.tableStyles+xml"/>
  <ns0:Override PartName="/ppt/slideMasters/slideMaster1.xml" ContentType="application/vnd.openxmlformats-officedocument.presentationml.slideMaster+xml"/>
  <ns0:Override PartName="/ppt/theme/theme1.xml" ContentType="application/vnd.openxmlformats-officedocument.theme+xml"/>
  <ns0:Override PartName="/ppt/notesMasters/notesMaster1.xml" ContentType="application/vnd.openxmlformats-officedocument.presentationml.notes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theme/theme2.xml" ContentType="application/vnd.openxmlformats-officedocument.them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notesSlides/notesSlide1.xml" ContentType="application/vnd.openxmlformats-officedocument.presentationml.notesSlide+xml"/>
  <ns0:Override PartName="/ppt/slides/slide7.xml" ContentType="application/vnd.openxmlformats-officedocument.presentationml.slide+xml"/>
  <ns0:Override PartName="/ppt/notesSlides/notesSlide2.xml" ContentType="application/vnd.openxmlformats-officedocument.presentationml.notesSlide+xml"/>
  <ns0:Override PartName="/ppt/slides/slide8.xml" ContentType="application/vnd.openxmlformats-officedocument.presentationml.slide+xml"/>
  <ns0:Override PartName="/ppt/notesSlides/notesSlide3.xml" ContentType="application/vnd.openxmlformats-officedocument.presentationml.notes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notesSlides/notesSlide4.xml" ContentType="application/vnd.openxmlformats-officedocument.presentationml.notesSlide+xml"/>
  <ns0:Override PartName="/ppt/slides/slide12.xml" ContentType="application/vnd.openxmlformats-officedocument.presentationml.slide+xml"/>
  <ns0:Override PartName="/ppt/notesSlides/notesSlide5.xml" ContentType="application/vnd.openxmlformats-officedocument.presentationml.notesSlide+xml"/>
  <ns0:Override PartName="/ppt/slides/slide13.xml" ContentType="application/vnd.openxmlformats-officedocument.presentationml.slide+xml"/>
  <ns0:Override PartName="/ppt/notesSlides/notesSlide6.xml" ContentType="application/vnd.openxmlformats-officedocument.presentationml.notes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</ns0: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5"/>
  </p:sldMasterIdLst>
  <p:notesMasterIdLst>
    <p:notesMasterId r:id="rId7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8"/>
    <p:sldId id="270" r:id="rId9" show="0"/>
    <p:sldId id="271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presProps" Target="presProps.xml" /><ns0:Relationship Id="rId2" Type="http://schemas.openxmlformats.org/officeDocument/2006/relationships/viewProps" Target="viewProps.xml" /><ns0:Relationship Id="rId3" Type="http://schemas.openxmlformats.org/officeDocument/2006/relationships/commentAuthors" Target="commentAuthors.xml" /><ns0:Relationship Id="rId4" Type="http://schemas.openxmlformats.org/officeDocument/2006/relationships/tableStyles" Target="tableStyles.xml" /><ns0:Relationship Id="rId5" Type="http://schemas.openxmlformats.org/officeDocument/2006/relationships/slideMaster" Target="slideMasters/slideMaster1.xml" /><ns0:Relationship Id="rId6" Type="http://schemas.openxmlformats.org/officeDocument/2006/relationships/theme" Target="theme/theme1.xml" /><ns0:Relationship Id="rId7" Type="http://schemas.openxmlformats.org/officeDocument/2006/relationships/notesMaster" Target="notesMasters/notesMaster1.xml" /><ns0:Relationship Id="rId8" Type="http://schemas.openxmlformats.org/officeDocument/2006/relationships/slide" Target="slides/slide1.xml" /><ns0:Relationship Id="rId9" Type="http://schemas.openxmlformats.org/officeDocument/2006/relationships/slide" Target="slides/slide2.xml" /><ns0:Relationship Id="rId10" Type="http://schemas.openxmlformats.org/officeDocument/2006/relationships/slide" Target="slides/slide3.xml" /><ns0:Relationship Id="rId11" Type="http://schemas.openxmlformats.org/officeDocument/2006/relationships/slide" Target="slides/slide4.xml" /><ns0:Relationship Id="rId12" Type="http://schemas.openxmlformats.org/officeDocument/2006/relationships/slide" Target="slides/slide5.xml" /><ns0:Relationship Id="rId13" Type="http://schemas.openxmlformats.org/officeDocument/2006/relationships/slide" Target="slides/slide6.xml" /><ns0:Relationship Id="rId14" Type="http://schemas.openxmlformats.org/officeDocument/2006/relationships/slide" Target="slides/slide7.xml" /><ns0:Relationship Id="rId15" Type="http://schemas.openxmlformats.org/officeDocument/2006/relationships/slide" Target="slides/slide8.xml" /><ns0:Relationship Id="rId16" Type="http://schemas.openxmlformats.org/officeDocument/2006/relationships/slide" Target="slides/slide9.xml" /><ns0:Relationship Id="rId17" Type="http://schemas.openxmlformats.org/officeDocument/2006/relationships/slide" Target="slides/slide10.xml" /><ns0:Relationship Id="rId18" Type="http://schemas.openxmlformats.org/officeDocument/2006/relationships/slide" Target="slides/slide11.xml" /><ns0:Relationship Id="rId19" Type="http://schemas.openxmlformats.org/officeDocument/2006/relationships/slide" Target="slides/slide12.xml" /><ns0:Relationship Id="rId20" Type="http://schemas.openxmlformats.org/officeDocument/2006/relationships/slide" Target="slides/slide13.xml" /><ns0:Relationship Id="rId21" Type="http://schemas.openxmlformats.org/officeDocument/2006/relationships/slide" Target="slides/slide14.xml" /><ns0:Relationship Id="rId22" Type="http://schemas.openxmlformats.org/officeDocument/2006/relationships/slide" Target="slides/slide15.xml" /><ns0:Relationship Id="rId23" Type="http://schemas.openxmlformats.org/officeDocument/2006/relationships/slide" Target="slides/slide16.xml" /></ns0: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'1.0' encoding='utf-8'?>
<ns0:Relationships xmlns:ns0="http://schemas.openxmlformats.org/package/2006/relationships">
			<ns0:Relationship Id="rId1" Type="http://schemas.openxmlformats.org/officeDocument/2006/relationships/notesMaster" Target="../notesMasters/notesMaster1.xml" />
			<ns0:Relationship Id="rId2" Type="http://schemas.openxmlformats.org/officeDocument/2006/relationships/slide" Target="../slides/slide6.xml" />
		</ns0:Relationships>
</file>

<file path=ppt/notesSlides/_rels/notesSlide2.xml.rels><?xml version='1.0' encoding='utf-8'?>
<ns0:Relationships xmlns:ns0="http://schemas.openxmlformats.org/package/2006/relationships">
			<ns0:Relationship Id="rId1" Type="http://schemas.openxmlformats.org/officeDocument/2006/relationships/notesMaster" Target="../notesMasters/notesMaster1.xml" />
			<ns0:Relationship Id="rId2" Type="http://schemas.openxmlformats.org/officeDocument/2006/relationships/slide" Target="../slides/slide7.xml" />
		</ns0:Relationships>
</file>

<file path=ppt/notesSlides/_rels/notesSlide3.xml.rels><?xml version='1.0' encoding='utf-8'?>
<ns0:Relationships xmlns:ns0="http://schemas.openxmlformats.org/package/2006/relationships">
			<ns0:Relationship Id="rId1" Type="http://schemas.openxmlformats.org/officeDocument/2006/relationships/notesMaster" Target="../notesMasters/notesMaster1.xml" />
			<ns0:Relationship Id="rId2" Type="http://schemas.openxmlformats.org/officeDocument/2006/relationships/slide" Target="../slides/slide8.xml" />
		</ns0:Relationships>
</file>

<file path=ppt/notesSlides/_rels/notesSlide4.xml.rels><?xml version='1.0' encoding='utf-8'?>
<ns0:Relationships xmlns:ns0="http://schemas.openxmlformats.org/package/2006/relationships">
			<ns0:Relationship Id="rId1" Type="http://schemas.openxmlformats.org/officeDocument/2006/relationships/notesMaster" Target="../notesMasters/notesMaster1.xml" />
			<ns0:Relationship Id="rId2" Type="http://schemas.openxmlformats.org/officeDocument/2006/relationships/slide" Target="../slides/slide11.xml" />
		</ns0:Relationships>
</file>

<file path=ppt/notesSlides/_rels/notesSlide5.xml.rels><?xml version='1.0' encoding='utf-8'?>
<ns0:Relationships xmlns:ns0="http://schemas.openxmlformats.org/package/2006/relationships">
			<ns0:Relationship Id="rId1" Type="http://schemas.openxmlformats.org/officeDocument/2006/relationships/notesMaster" Target="../notesMasters/notesMaster1.xml" />
			<ns0:Relationship Id="rId2" Type="http://schemas.openxmlformats.org/officeDocument/2006/relationships/slide" Target="../slides/slide12.xml" />
		</ns0:Relationships>
</file>

<file path=ppt/notesSlides/_rels/notesSlide6.xml.rels><?xml version='1.0' encoding='utf-8'?>
<ns0:Relationships xmlns:ns0="http://schemas.openxmlformats.org/package/2006/relationships">
			<ns0:Relationship Id="rId1" Type="http://schemas.openxmlformats.org/officeDocument/2006/relationships/notesMaster" Target="../notesMasters/notesMaster1.xml" />
			<ns0:Relationship Id="rId2" Type="http://schemas.openxmlformats.org/officeDocument/2006/relationships/slide" Target="../slides/slide13.xml" />
		</ns0: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本页核心信息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第二页备注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最后页备注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1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2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3.xml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4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5.xml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6.xml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1.png" /><ns0:Relationship Id="rId3" Type="http://schemas.openxmlformats.org/officeDocument/2006/relationships/hyperlink" Target="https://example.com/reference" TargetMode="External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hyperlink" Target="https://example.com/alpha" TargetMode="External" /><ns0:Relationship Id="rId3" Type="http://schemas.openxmlformats.org/officeDocument/2006/relationships/hyperlink" Target="https://example.com/beta" TargetMode="External" /><ns0:Relationship Id="rId4" Type="http://schemas.openxmlformats.org/officeDocument/2006/relationships/hyperlink" Target="https://example.com/gamma" TargetMode="External" /><ns0:Relationship Id="rId5" Type="http://schemas.openxmlformats.org/officeDocument/2006/relationships/hyperlink" Target="https://example.com/api" TargetMode="External" /><ns0:Relationship Id="rId6" Type="http://schemas.openxmlformats.org/officeDocument/2006/relationships/hyperlink" Target="https://example.com/guide" TargetMode="External" /><ns0:Relationship Id="rId7" Type="http://schemas.openxmlformats.org/officeDocument/2006/relationships/hyperlink" Target="https://example.com/faq" TargetMode="External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hird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Third</a:t>
            </a:r>
          </a:p>
        </p:txBody>
      </p:sp>
      <p:sp>
        <p:nvSpPr>
          <p:cNvPr id="172" name="Alpha"/>
          <p:cNvSpPr txBox="1"/>
          <p:nvPr/>
        </p:nvSpPr>
        <p:spPr>
          <a:xfrm>
            <a:off x="1232853" y="7328753"/>
            <a:ext cx="16724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Alpha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Firs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First</a:t>
            </a:r>
          </a:p>
        </p:txBody>
      </p:sp>
      <p:sp>
        <p:nvSpPr>
          <p:cNvPr id="175" name="Beta"/>
          <p:cNvSpPr txBox="1"/>
          <p:nvPr/>
        </p:nvSpPr>
        <p:spPr>
          <a:xfrm>
            <a:off x="1209827" y="7328753"/>
            <a:ext cx="137861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Beta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econd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Second</a:t>
            </a:r>
          </a:p>
        </p:txBody>
      </p:sp>
      <p:sp>
        <p:nvSpPr>
          <p:cNvPr id="178" name="Gamma"/>
          <p:cNvSpPr txBox="1"/>
          <p:nvPr/>
        </p:nvSpPr>
        <p:spPr>
          <a:xfrm>
            <a:off x="1486133" y="7351778"/>
            <a:ext cx="227167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Gamma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roject Overview"/>
          <p:cNvSpPr txBox="1"/>
          <p:nvPr>
            <p:ph type="title"/>
          </p:nvPr>
        </p:nvSpPr>
        <p:spPr>
          <a:xfrm>
            <a:off x="1206495" y="2574990"/>
            <a:ext cx="21971006" cy="4648203"/>
          </a:xfrm>
          <a:prstGeom prst="rect">
            <a:avLst/>
          </a:prstGeom>
        </p:spPr>
        <p:txBody>
          <a:bodyPr/>
          <a:lstStyle>
            <a:lvl1pPr>
              <a:defRPr spc="-300"/>
            </a:lvl1pPr>
          </a:lstStyle>
          <a:p>
            <a:pPr/>
            <a:r>
              <a:t>Project Overview</a:t>
            </a:r>
          </a:p>
        </p:txBody>
      </p:sp>
      <p:sp>
        <p:nvSpPr>
          <p:cNvPr id="172" name="Goal 1…"/>
          <p:cNvSpPr txBox="1"/>
          <p:nvPr>
            <p:ph type="body" sz="quarter" idx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566926" indent="-566926" defTabSz="2267654">
              <a:lnSpc>
                <a:spcPct val="90000"/>
              </a:lnSpc>
              <a:spcBef>
                <a:spcPts val="4100"/>
              </a:spcBef>
              <a:buSzPct val="123000"/>
              <a:buChar char="•"/>
              <a:defRPr b="0" sz="4400"/>
            </a:pPr>
            <a:r>
              <a:t>Goal 1</a:t>
            </a:r>
          </a:p>
          <a:p>
            <a:pPr marL="566926" indent="-566926" defTabSz="2267654">
              <a:lnSpc>
                <a:spcPct val="90000"/>
              </a:lnSpc>
              <a:spcBef>
                <a:spcPts val="4100"/>
              </a:spcBef>
              <a:buSzPct val="123000"/>
              <a:buChar char="•"/>
              <a:defRPr b="0" sz="4400"/>
            </a:pPr>
            <a:r>
              <a:t>Goal 2</a:t>
            </a:r>
          </a:p>
        </p:txBody>
      </p:sp>
      <p:sp>
        <p:nvSpPr>
          <p:cNvPr id="173" name="Key message for this slide."/>
          <p:cNvSpPr txBox="1"/>
          <p:nvPr/>
        </p:nvSpPr>
        <p:spPr>
          <a:xfrm>
            <a:off x="1209827" y="9354995"/>
            <a:ext cx="743072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Key message for this slide.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roject Overview"/>
          <p:cNvSpPr txBox="1"/>
          <p:nvPr>
            <p:ph type="ctrTitle"/>
          </p:nvPr>
        </p:nvSpPr>
        <p:spPr>
          <a:xfrm>
            <a:off x="2012389" y="157314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Project Overview</a:t>
            </a:r>
          </a:p>
        </p:txBody>
      </p:sp>
      <p:sp>
        <p:nvSpPr>
          <p:cNvPr id="172" name="Background…"/>
          <p:cNvSpPr txBox="1"/>
          <p:nvPr/>
        </p:nvSpPr>
        <p:spPr>
          <a:xfrm>
            <a:off x="1371006" y="5841425"/>
            <a:ext cx="3434182" cy="2033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Background</a:t>
            </a:r>
          </a:p>
          <a:p>
            <a:pPr/>
            <a:r>
              <a:t>Goals</a:t>
            </a:r>
          </a:p>
        </p:txBody>
      </p:sp>
      <p:sp>
        <p:nvSpPr>
          <p:cNvPr id="173" name="Risks…"/>
          <p:cNvSpPr txBox="1"/>
          <p:nvPr/>
        </p:nvSpPr>
        <p:spPr>
          <a:xfrm>
            <a:off x="18156592" y="5841425"/>
            <a:ext cx="2688642" cy="2033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Risks</a:t>
            </a:r>
          </a:p>
          <a:p>
            <a:pPr/>
            <a:r>
              <a:t>Timelines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PPTX MVP 测试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第一段：Hello, 世界 ✅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第二段：包含 emoji 🙂 与符号 &amp; &lt; &gt;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项目符号 1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项目符号 2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第二页标题：Data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段落 A：这是一段普通文本。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段落 B：支持中文、English、123。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第三页：仅标题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Feature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250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616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Fast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00000" y="1250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00000" y="1616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Image parsing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0000" y="1250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Speech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0000" y="1616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Audio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2600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2966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Task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000" y="2600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000" y="2966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Session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0000" y="2600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0000" y="2966000"/>
            <a:ext cx="2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Multi-step reasoning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Experiment Summary"/>
          <p:cNvSpPr txBox="1"/>
          <p:nvPr>
            <p:ph type="ctrTitle"/>
          </p:nvPr>
        </p:nvSpPr>
        <p:spPr>
          <a:xfrm>
            <a:off x="930190" y="-1155140"/>
            <a:ext cx="21971005" cy="4648201"/>
          </a:xfrm>
          <a:prstGeom prst="rect">
            <a:avLst/>
          </a:prstGeom>
        </p:spPr>
        <p:txBody>
          <a:bodyPr/>
          <a:lstStyle/>
          <a:p>
            <a:pPr/>
            <a:r>
              <a:t>Experiment Summary</a:t>
            </a:r>
          </a:p>
        </p:txBody>
      </p:sp>
      <p:sp>
        <p:nvSpPr>
          <p:cNvPr id="172" name="Model"/>
          <p:cNvSpPr txBox="1"/>
          <p:nvPr/>
        </p:nvSpPr>
        <p:spPr>
          <a:xfrm>
            <a:off x="1520435" y="5855121"/>
            <a:ext cx="181935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Model</a:t>
            </a:r>
          </a:p>
        </p:txBody>
      </p:sp>
      <p:sp>
        <p:nvSpPr>
          <p:cNvPr id="173" name="Score"/>
          <p:cNvSpPr txBox="1"/>
          <p:nvPr/>
        </p:nvSpPr>
        <p:spPr>
          <a:xfrm>
            <a:off x="4580216" y="5855121"/>
            <a:ext cx="170596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Score</a:t>
            </a:r>
          </a:p>
        </p:txBody>
      </p:sp>
      <p:sp>
        <p:nvSpPr>
          <p:cNvPr id="174" name="A"/>
          <p:cNvSpPr txBox="1"/>
          <p:nvPr/>
        </p:nvSpPr>
        <p:spPr>
          <a:xfrm>
            <a:off x="2175450" y="6684039"/>
            <a:ext cx="50932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</a:t>
            </a:r>
          </a:p>
        </p:txBody>
      </p:sp>
      <p:sp>
        <p:nvSpPr>
          <p:cNvPr id="175" name="91"/>
          <p:cNvSpPr txBox="1"/>
          <p:nvPr/>
        </p:nvSpPr>
        <p:spPr>
          <a:xfrm>
            <a:off x="5037112" y="6684039"/>
            <a:ext cx="79217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91</a:t>
            </a:r>
          </a:p>
        </p:txBody>
      </p:sp>
      <p:sp>
        <p:nvSpPr>
          <p:cNvPr id="176" name="88"/>
          <p:cNvSpPr txBox="1"/>
          <p:nvPr/>
        </p:nvSpPr>
        <p:spPr>
          <a:xfrm>
            <a:off x="5037112" y="7745149"/>
            <a:ext cx="79217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88</a:t>
            </a:r>
          </a:p>
        </p:txBody>
      </p:sp>
      <p:sp>
        <p:nvSpPr>
          <p:cNvPr id="177" name="The following table summarizes the main results."/>
          <p:cNvSpPr txBox="1"/>
          <p:nvPr/>
        </p:nvSpPr>
        <p:spPr>
          <a:xfrm>
            <a:off x="798329" y="4269875"/>
            <a:ext cx="1334688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The following table summarizes the main results.</a:t>
            </a:r>
          </a:p>
        </p:txBody>
      </p:sp>
      <p:sp>
        <p:nvSpPr>
          <p:cNvPr id="178" name="Model A performs best overall."/>
          <p:cNvSpPr txBox="1"/>
          <p:nvPr/>
        </p:nvSpPr>
        <p:spPr>
          <a:xfrm>
            <a:off x="721769" y="9098203"/>
            <a:ext cx="848045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Model A performs best overall.</a:t>
            </a:r>
          </a:p>
        </p:txBody>
      </p:sp>
      <p:sp>
        <p:nvSpPr>
          <p:cNvPr id="179" name="B"/>
          <p:cNvSpPr txBox="1"/>
          <p:nvPr/>
        </p:nvSpPr>
        <p:spPr>
          <a:xfrm>
            <a:off x="2164173" y="7745149"/>
            <a:ext cx="53187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Quarter Overview</a:t>
            </a:r>
          </a:p>
        </p:txBody>
      </p:sp>
      <p:grpSp>
        <p:nvGrpSpPr>
          <p:cNvPr id="200" name="Table Gro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graphicFrame>
          <p:nvGraphicFramePr>
            <p:cNvPr id="10" name="Table 1"/>
            <p:cNvGraphicFramePr/>
            <p:nvPr/>
          </p:nvGraphicFramePr>
          <p:xfrm>
            <a:off x="1188720" y="1463040"/>
            <a:ext cx="8046720" cy="2194560"/>
          </p:xfrm>
          <a:graphic>
            <a:graphicData uri="http://schemas.openxmlformats.org/drawingml/2006/table">
              <a:tbl>
                <a:tblPr firstRow="1" bandRow="1"/>
                <a:tblGrid>
                  <a:gridCol w="2560320"/>
                  <a:gridCol w="2560320"/>
                  <a:gridCol w="2560320"/>
                </a:tblGrid>
                <a:tr h="502920">
                  <a:tc>
                    <a:txBody>
                      <a:bodyPr/>
                      <a:lstStyle/>
                      <a:p>
                        <a:r>
                          <a:t>Quarter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Revenue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Profit</a:t>
                        </a:r>
                      </a:p>
                    </a:txBody>
                    <a:tcPr/>
                  </a:tc>
                </a:tr>
                <a:tr h="502920">
                  <a:tc>
                    <a:txBody>
                      <a:bodyPr/>
                      <a:lstStyle/>
                      <a:p>
                        <a:r>
                          <a:t>Q1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120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40</a:t>
                        </a:r>
                      </a:p>
                    </a:txBody>
                    <a:tcPr/>
                  </a:tc>
                </a:tr>
                <a:tr h="502920">
                  <a:tc>
                    <a:txBody>
                      <a:bodyPr/>
                      <a:lstStyle/>
                      <a:p>
                        <a:r>
                          <a:t>Q2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140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55</a:t>
                        </a:r>
                      </a:p>
                    </a:txBody>
                    <a:tcPr/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第二页标题：Data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段落 A：这是一段普通文本。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段落 B：支持中文、English、123。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第三页：仅标题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Links And Images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 </a:t>
            </a:r>
            <a:r>
              <a:rPr>
                <a:hlinkClick r:id="rId3"/>
              </a:rPr>
              <a:t>reference</a:t>
            </a:r>
            <a:r>
              <a:t> before review.</a:t>
            </a:r>
          </a:p>
        </p:txBody>
      </p:sp>
      <p:pic>
        <p:nvPicPr>
          <p:cNvPr id="2" name="Picture 1" descr="Figure alt text" title="Figure title tex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1600000"/>
            <a:ext cx="40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Link Heavy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Resources: </a:t>
            </a:r>
            <a:r>
              <a:rPr>
                <a:hlinkClick r:id="rId2"/>
              </a:rPr>
              <a:t>Alpha</a:t>
            </a:r>
            <a:r>
              <a:t>, </a:t>
            </a:r>
            <a:r>
              <a:rPr>
                <a:hlinkClick r:id="rId3"/>
              </a:rPr>
              <a:t>Beta</a:t>
            </a:r>
            <a:r>
              <a:t>, </a:t>
            </a:r>
            <a:r>
              <a:rPr>
                <a:hlinkClick r:id="rId4"/>
              </a:rPr>
              <a:t>Gamma</a:t>
            </a:r>
          </a:p>
          <a:p>
            <a:r>
              <a:t>Docs: </a:t>
            </a:r>
            <a:r>
              <a:rPr>
                <a:hlinkClick r:id="rId5"/>
              </a:rPr>
              <a:t>API</a:t>
            </a:r>
            <a:r>
              <a:t>, </a:t>
            </a:r>
            <a:r>
              <a:rPr>
                <a:hlinkClick r:id="rId6"/>
              </a:rPr>
              <a:t>Guide</a:t>
            </a:r>
            <a:r>
              <a:t>, </a:t>
            </a:r>
            <a:r>
              <a:rPr>
                <a:hlinkClick r:id="rId7"/>
              </a:rPr>
              <a:t>FAQ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Model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14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0" y="14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0000" y="14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" y="21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0" y="21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Speech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0000" y="21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00" y="28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0" y="28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0000" y="2800000"/>
            <a:ext cx="165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Tooling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>
  <dc:title>Investor Product Deck</dc:title>
  <dc:subject>Complex real-world PPTX sample</dc:subject>
  <dc:creator>markitdown-mb</dc:creator>
  <dc:description>Synthetic-realistic deck combining title, notes, tables, cards, links, hidden slides, and image assets.</dc:description>
</cp:coreProperties>
</file>
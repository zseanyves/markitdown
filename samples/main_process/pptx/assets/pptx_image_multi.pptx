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00000"/>
            <a:ext cx="7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This is page one text.</a:t>
            </a:r>
          </a:p>
        </p:txBody>
      </p:sp>
      <p:pic>
        <p:nvPicPr>
          <p:cNvPr id="3" name="Picture 2" descr="_tmp_mult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300000"/>
            <a:ext cx="3200000" cy="2000000"/>
          </a:xfrm>
          <a:prstGeom prst="rect">
            <a:avLst/>
          </a:prstGeom>
        </p:spPr>
      </p:pic>
      <p:pic>
        <p:nvPicPr>
          <p:cNvPr id="4" name="Picture 3" descr="_tmp_multi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000" y="1300000"/>
            <a:ext cx="3200000" cy="2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500000"/>
            <a:ext cx="7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This is page two text.</a:t>
            </a:r>
          </a:p>
        </p:txBody>
      </p:sp>
      <p:pic>
        <p:nvPicPr>
          <p:cNvPr id="3" name="Picture 2" descr="_tmp_mult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000" y="1500000"/>
            <a:ext cx="4200000" cy="262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
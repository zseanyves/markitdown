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g_opw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73152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Figure 1. Revenue trend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
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000" y="900000"/>
            <a:ext cx="4000000" cy="25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
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309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/>
            </a:pPr>
            <a:r>
              <a:t>Main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286000"/>
            <a:ext cx="14630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Note A</a:t>
            </a:r>
          </a:p>
          <a:p>
            <a:pPr>
              <a:defRPr sz="1800"/>
            </a:pPr>
            <a:r>
              <a:t>Note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
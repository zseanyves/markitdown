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 Link Missing Rel Negative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hlinkClick r:id="rIdMissing"/>
              </a:rPr>
              <a:t>Missing relation link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
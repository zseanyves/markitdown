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Feature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25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1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Fast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0000" y="125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0000" y="161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Image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0000" y="125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Speech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161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Audio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60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296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Task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000" y="260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000" y="296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Session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0000" y="260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0000" y="296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Multi-step reasoning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
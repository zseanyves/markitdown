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ighlights"/>
          <p:cNvSpPr txBox="1"/>
          <p:nvPr>
            <p:ph type="ctrTitle"/>
          </p:nvPr>
        </p:nvSpPr>
        <p:spPr>
          <a:xfrm>
            <a:off x="469681" y="-533451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Highlights</a:t>
            </a:r>
          </a:p>
        </p:txBody>
      </p:sp>
      <p:sp>
        <p:nvSpPr>
          <p:cNvPr id="172" name="Item A"/>
          <p:cNvSpPr txBox="1"/>
          <p:nvPr/>
        </p:nvSpPr>
        <p:spPr>
          <a:xfrm>
            <a:off x="11536527" y="4880051"/>
            <a:ext cx="187604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Item A</a:t>
            </a:r>
          </a:p>
        </p:txBody>
      </p:sp>
      <p:sp>
        <p:nvSpPr>
          <p:cNvPr id="173" name="Item B"/>
          <p:cNvSpPr txBox="1"/>
          <p:nvPr/>
        </p:nvSpPr>
        <p:spPr>
          <a:xfrm>
            <a:off x="11525250" y="5618345"/>
            <a:ext cx="189860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Item B</a:t>
            </a:r>
          </a:p>
        </p:txBody>
      </p:sp>
      <p:sp>
        <p:nvSpPr>
          <p:cNvPr id="174" name="Item C"/>
          <p:cNvSpPr txBox="1"/>
          <p:nvPr/>
        </p:nvSpPr>
        <p:spPr>
          <a:xfrm>
            <a:off x="11513972" y="6453784"/>
            <a:ext cx="192115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Item C</a:t>
            </a:r>
          </a:p>
        </p:txBody>
      </p:sp>
      <p:sp>
        <p:nvSpPr>
          <p:cNvPr id="175" name="Main paragraph"/>
          <p:cNvSpPr txBox="1"/>
          <p:nvPr/>
        </p:nvSpPr>
        <p:spPr>
          <a:xfrm>
            <a:off x="634190" y="12417387"/>
            <a:ext cx="441624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Main paragraph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
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1.png"/>
  <Relationship Id="rId3" Type="http://schemas.openxmlformats.org/officeDocument/2006/relationships/hyperlink" Target="https://example.com/reference" TargetMode="Externa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Links And Images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</a:t>
            </a:r>
            <a:r>
              <a:rPr>
                <a:hlinkClick r:id="rId3"/>
              </a:rPr>
              <a:t>reference</a:t>
            </a:r>
            <a:r>
              <a:t> before review.</a:t>
            </a:r>
          </a:p>
        </p:txBody>
      </p:sp>
      <p:pic>
        <p:nvPicPr>
          <p:cNvPr id="2" name="Picture 1" descr="Figure alt text" title="Figure title tex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1600000"/>
            <a:ext cx="40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2" baseType="variant">
      <vt:variant>
        <vt:lpstr>Slide Titles</vt:lpstr>
      </vt:variant>
      <vt:variant>
        <vt:i4>1</vt:i4>
      </vt:variant>
    </vt:vector>
  </HeadingPairs>
  <TitlesOfParts>
    <vt:vector size="1" baseType="lpstr">
      <vt:lpstr>Slide 1</vt:lpstr>
    </vt:vector>
  </TitlesOfParts>
  <Company>markitdown-mb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Links And Images</dc:title>
  <dc:subject>Second-round link image metadata</dc:subject>
  <dc:creator>markitdown-mb</dc:creator>
  <cp:lastModifiedBy>markitdown-mb</cp:lastModifiedBy>
  <cp:revision>2</cp:revision>
  <dc:description>generated by generate_pptx_second_round_samples.py</dc:description>
  <cp:keywords>pptx,links,images</cp:keywords>
  <dcterms:created xsi:type="dcterms:W3CDTF">2026-05-07T00:00:00Z</dcterms:created>
  <dcterms:modified xsi:type="dcterms:W3CDTF">2026-05-07T00:00:00Z</dcterms:modified>
</cp:coreProperties>
</file>
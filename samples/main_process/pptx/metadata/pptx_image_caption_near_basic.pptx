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3657600" cy="2057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5840" y="475488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Revenue trend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
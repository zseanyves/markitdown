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Quarter Overview</a:t>
            </a:r>
          </a:p>
        </p:txBody>
      </p:sp>
      <p:grpSp>
        <p:nvGrpSpPr>
          <p:cNvPr id="200" name="Table 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graphicFrame>
          <p:nvGraphicFramePr>
            <p:cNvPr id="10" name="Table 1"/>
            <p:cNvGraphicFramePr/>
            <p:nvPr/>
          </p:nvGraphicFramePr>
          <p:xfrm>
            <a:off x="1188720" y="1463040"/>
            <a:ext cx="8046720" cy="2194560"/>
          </p:xfrm>
          <a:graphic>
            <a:graphicData uri="http://schemas.openxmlformats.org/drawingml/2006/table">
              <a:tbl>
                <a:tblPr firstRow="1" bandRow="1"/>
                <a:tblGrid>
                  <a:gridCol w="2560320"/>
                  <a:gridCol w="2560320"/>
                  <a:gridCol w="2560320"/>
                </a:tblGrid>
                <a:tr h="502920">
                  <a:tc>
                    <a:txBody>
                      <a:bodyPr/>
                      <a:lstStyle/>
                      <a:p>
                        <a:r>
                          <a:t>Quarter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Revenue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Profit</a:t>
                        </a:r>
                      </a:p>
                    </a:txBody>
                    <a:tcPr/>
                  </a:tc>
                </a:tr>
                <a:tr h="502920">
                  <a:tc>
                    <a:txBody>
                      <a:bodyPr/>
                      <a:lstStyle/>
                      <a:p>
                        <a:r>
                          <a:t>Q1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120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40</a:t>
                        </a:r>
                      </a:p>
                    </a:txBody>
                    <a:tcPr/>
                  </a:tc>
                </a:tr>
                <a:tr h="502920">
                  <a:tc>
                    <a:txBody>
                      <a:bodyPr/>
                      <a:lstStyle/>
                      <a:p>
                        <a:r>
                          <a:t>Q2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140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55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2026-03-05T14:26:55Z</dcterms:created>
  <dcterms:modified xsi:type="dcterms:W3CDTF">2026-03-05T14:26:55Z</dcterms:modified>
</cp:coreProperties>
</file>
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Left box"/>
          <p:cNvSpPr txBox="1"/>
          <p:nvPr/>
        </p:nvSpPr>
        <p:spPr>
          <a:xfrm>
            <a:off x="2614383" y="4494875"/>
            <a:ext cx="234970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Left box</a:t>
            </a:r>
          </a:p>
        </p:txBody>
      </p:sp>
      <p:sp>
        <p:nvSpPr>
          <p:cNvPr id="172" name="Right box"/>
          <p:cNvSpPr txBox="1"/>
          <p:nvPr/>
        </p:nvSpPr>
        <p:spPr>
          <a:xfrm>
            <a:off x="16199425" y="4494875"/>
            <a:ext cx="274472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Right box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
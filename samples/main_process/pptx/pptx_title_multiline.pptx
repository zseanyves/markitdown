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Quarterly Review…"/>
          <p:cNvSpPr txBox="1"/>
          <p:nvPr>
            <p:ph type="ctrTitle"/>
          </p:nvPr>
        </p:nvSpPr>
        <p:spPr>
          <a:xfrm>
            <a:off x="1206496" y="1147410"/>
            <a:ext cx="21971004" cy="4648201"/>
          </a:xfrm>
          <a:prstGeom prst="rect">
            <a:avLst/>
          </a:prstGeom>
        </p:spPr>
        <p:txBody>
          <a:bodyPr/>
          <a:lstStyle/>
          <a:p>
            <a:pPr/>
            <a:r>
              <a:t>Quarterly Review</a:t>
            </a:r>
          </a:p>
          <a:p>
            <a:pPr/>
            <a:r>
              <a:t>Q1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
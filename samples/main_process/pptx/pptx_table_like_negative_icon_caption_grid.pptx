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duct Highlights"/>
          <p:cNvSpPr txBox="1"/>
          <p:nvPr>
            <p:ph type="ctrTitle"/>
          </p:nvPr>
        </p:nvSpPr>
        <p:spPr>
          <a:xfrm>
            <a:off x="1206498" y="-1523548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Product Highlights</a:t>
            </a:r>
          </a:p>
        </p:txBody>
      </p:sp>
      <p:sp>
        <p:nvSpPr>
          <p:cNvPr id="172" name="Fast setup"/>
          <p:cNvSpPr/>
          <p:nvPr/>
        </p:nvSpPr>
        <p:spPr>
          <a:xfrm>
            <a:off x="1555112" y="3964345"/>
            <a:ext cx="3738983" cy="1869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Fast setup</a:t>
            </a:r>
          </a:p>
        </p:txBody>
      </p:sp>
      <p:sp>
        <p:nvSpPr>
          <p:cNvPr id="173" name="Secure by default"/>
          <p:cNvSpPr/>
          <p:nvPr/>
        </p:nvSpPr>
        <p:spPr>
          <a:xfrm>
            <a:off x="5558498" y="3964345"/>
            <a:ext cx="3738983" cy="1869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Secure by default</a:t>
            </a:r>
          </a:p>
        </p:txBody>
      </p:sp>
      <p:sp>
        <p:nvSpPr>
          <p:cNvPr id="174" name="Team sharing"/>
          <p:cNvSpPr/>
          <p:nvPr/>
        </p:nvSpPr>
        <p:spPr>
          <a:xfrm>
            <a:off x="5506889" y="6289920"/>
            <a:ext cx="3842201" cy="1921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Team sharing</a:t>
            </a:r>
          </a:p>
        </p:txBody>
      </p:sp>
      <p:sp>
        <p:nvSpPr>
          <p:cNvPr id="175" name="Easy export"/>
          <p:cNvSpPr/>
          <p:nvPr/>
        </p:nvSpPr>
        <p:spPr>
          <a:xfrm>
            <a:off x="1503503" y="6289920"/>
            <a:ext cx="3842201" cy="1921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Easy export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
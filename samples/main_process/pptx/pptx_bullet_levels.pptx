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ClrTx/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ClrTx/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ClrTx/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ClrTx/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ClrTx/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ClrTx/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0000"/>
        </a:buClr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Plan</a:t>
            </a:r>
          </a:p>
        </p:txBody>
      </p:sp>
      <p:sp>
        <p:nvSpPr>
          <p:cNvPr id="172" name="Phase 1…"/>
          <p:cNvSpPr txBox="1"/>
          <p:nvPr/>
        </p:nvSpPr>
        <p:spPr>
          <a:xfrm>
            <a:off x="1140751" y="6965309"/>
            <a:ext cx="3581096" cy="4482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09600" indent="-609600">
              <a:buClr>
                <a:srgbClr val="000000"/>
              </a:buClr>
              <a:buSzPct val="123000"/>
              <a:buChar char="•"/>
            </a:pPr>
            <a:r>
              <a:t>Phase 1</a:t>
            </a:r>
          </a:p>
          <a:p>
            <a:pPr lvl="1" marL="1219200" indent="-609600">
              <a:buClr>
                <a:srgbClr val="000000"/>
              </a:buClr>
              <a:buSzPct val="123000"/>
              <a:buChar char="•"/>
            </a:pPr>
            <a:r>
              <a:t>Task 1.1</a:t>
            </a:r>
          </a:p>
          <a:p>
            <a:pPr lvl="1" marL="1219200" indent="-609600">
              <a:buClr>
                <a:srgbClr val="000000"/>
              </a:buClr>
              <a:buSzPct val="123000"/>
              <a:buChar char="•"/>
            </a:pPr>
            <a:r>
              <a:t>Task 1.2</a:t>
            </a:r>
          </a:p>
          <a:p>
            <a:pPr marL="609600" indent="-609600">
              <a:buClr>
                <a:srgbClr val="000000"/>
              </a:buClr>
              <a:buSzPct val="123000"/>
              <a:buChar char="•"/>
            </a:pPr>
            <a:r>
              <a:t>Phase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
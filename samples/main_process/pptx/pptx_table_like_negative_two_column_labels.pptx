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4572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/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783080"/>
            <a:ext cx="2148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0"/>
            </a:pPr>
            <a: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4920" y="1783080"/>
            <a:ext cx="2331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0"/>
            </a:pPr>
            <a: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2148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0"/>
            </a:pPr>
            <a:r>
              <a:t>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834640"/>
            <a:ext cx="2331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0"/>
            </a:pPr>
            <a:r>
              <a:t>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2148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0"/>
            </a:pPr>
            <a:r>
              <a:t>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886200"/>
            <a:ext cx="2331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0"/>
            </a:pPr>
            <a:r>
              <a:t>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
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Cards With Badge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320000"/>
            <a:ext cx="23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88000"/>
            <a:ext cx="23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Starter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0" y="1320000"/>
            <a:ext cx="23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0" y="1688000"/>
            <a:ext cx="23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Team rollout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680000"/>
            <a:ext cx="23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048000"/>
            <a:ext cx="23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Track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0" y="2680000"/>
            <a:ext cx="23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Optimize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0" y="3048000"/>
            <a:ext cx="23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Tune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0000" y="278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beta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
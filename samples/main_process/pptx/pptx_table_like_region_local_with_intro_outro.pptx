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鳄梨和酸橙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一碗三文鱼饼、沙拉和鹰嘴豆泥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一碗宽意大利面配有欧芹黄油、烤榛子和帕尔马干酪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幻灯片标题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0" name="幻灯片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幻灯片副标题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标题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09" name="议程副标题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议程副标题</a:t>
            </a:r>
          </a:p>
        </p:txBody>
      </p:sp>
      <p:sp>
        <p:nvSpPr>
          <p:cNvPr id="11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b="1" sz="4840"/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b="1" sz="3060"/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一碗沙拉配有炒饭、水煮蛋和一双筷子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一碗三文鱼饼、沙拉和鹰嘴豆泥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一碗宽意大利面配有欧芹黄油、烤榛子和帕尔马干酪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一碗沙拉配有炒饭、水煮蛋和一双筷子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Experiment Summary"/>
          <p:cNvSpPr txBox="1"/>
          <p:nvPr>
            <p:ph type="ctrTitle"/>
          </p:nvPr>
        </p:nvSpPr>
        <p:spPr>
          <a:xfrm>
            <a:off x="930190" y="-1155140"/>
            <a:ext cx="21971005" cy="4648201"/>
          </a:xfrm>
          <a:prstGeom prst="rect">
            <a:avLst/>
          </a:prstGeom>
        </p:spPr>
        <p:txBody>
          <a:bodyPr/>
          <a:lstStyle/>
          <a:p>
            <a:pPr/>
            <a:r>
              <a:t>Experiment Summary</a:t>
            </a:r>
          </a:p>
        </p:txBody>
      </p:sp>
      <p:sp>
        <p:nvSpPr>
          <p:cNvPr id="172" name="Model"/>
          <p:cNvSpPr txBox="1"/>
          <p:nvPr/>
        </p:nvSpPr>
        <p:spPr>
          <a:xfrm>
            <a:off x="1520435" y="5855121"/>
            <a:ext cx="181935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</a:t>
            </a:r>
          </a:p>
        </p:txBody>
      </p:sp>
      <p:sp>
        <p:nvSpPr>
          <p:cNvPr id="173" name="Score"/>
          <p:cNvSpPr txBox="1"/>
          <p:nvPr/>
        </p:nvSpPr>
        <p:spPr>
          <a:xfrm>
            <a:off x="4580216" y="5855121"/>
            <a:ext cx="17059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Score</a:t>
            </a:r>
          </a:p>
        </p:txBody>
      </p:sp>
      <p:sp>
        <p:nvSpPr>
          <p:cNvPr id="174" name="A"/>
          <p:cNvSpPr txBox="1"/>
          <p:nvPr/>
        </p:nvSpPr>
        <p:spPr>
          <a:xfrm>
            <a:off x="2175450" y="6684039"/>
            <a:ext cx="50932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</a:t>
            </a:r>
          </a:p>
        </p:txBody>
      </p:sp>
      <p:sp>
        <p:nvSpPr>
          <p:cNvPr id="175" name="91"/>
          <p:cNvSpPr txBox="1"/>
          <p:nvPr/>
        </p:nvSpPr>
        <p:spPr>
          <a:xfrm>
            <a:off x="5037112" y="6684039"/>
            <a:ext cx="7921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91</a:t>
            </a:r>
          </a:p>
        </p:txBody>
      </p:sp>
      <p:sp>
        <p:nvSpPr>
          <p:cNvPr id="176" name="88"/>
          <p:cNvSpPr txBox="1"/>
          <p:nvPr/>
        </p:nvSpPr>
        <p:spPr>
          <a:xfrm>
            <a:off x="5037112" y="7745149"/>
            <a:ext cx="7921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88</a:t>
            </a:r>
          </a:p>
        </p:txBody>
      </p:sp>
      <p:sp>
        <p:nvSpPr>
          <p:cNvPr id="177" name="The following table summarizes the main results."/>
          <p:cNvSpPr txBox="1"/>
          <p:nvPr/>
        </p:nvSpPr>
        <p:spPr>
          <a:xfrm>
            <a:off x="798329" y="4269875"/>
            <a:ext cx="1334688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The following table summarizes the main results.</a:t>
            </a:r>
          </a:p>
        </p:txBody>
      </p:sp>
      <p:sp>
        <p:nvSpPr>
          <p:cNvPr id="178" name="Model A performs best overall."/>
          <p:cNvSpPr txBox="1"/>
          <p:nvPr/>
        </p:nvSpPr>
        <p:spPr>
          <a:xfrm>
            <a:off x="721769" y="9098203"/>
            <a:ext cx="848045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Model A performs best overall.</a:t>
            </a:r>
          </a:p>
        </p:txBody>
      </p:sp>
      <p:sp>
        <p:nvSpPr>
          <p:cNvPr id="179" name="B"/>
          <p:cNvSpPr txBox="1"/>
          <p:nvPr/>
        </p:nvSpPr>
        <p:spPr>
          <a:xfrm>
            <a:off x="2164173" y="7745149"/>
            <a:ext cx="5318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
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Quarterly Metrics"/>
          <p:cNvSpPr txBox="1"/>
          <p:nvPr>
            <p:ph type="ctrTitle"/>
          </p:nvPr>
        </p:nvSpPr>
        <p:spPr>
          <a:xfrm>
            <a:off x="699935" y="-1247242"/>
            <a:ext cx="21971005" cy="4648201"/>
          </a:xfrm>
          <a:prstGeom prst="rect">
            <a:avLst/>
          </a:prstGeom>
        </p:spPr>
        <p:txBody>
          <a:bodyPr/>
          <a:lstStyle/>
          <a:p>
            <a:pPr/>
            <a:r>
              <a:t>Quarterly Metrics</a:t>
            </a:r>
          </a:p>
        </p:txBody>
      </p:sp>
      <p:sp>
        <p:nvSpPr>
          <p:cNvPr id="172" name="Revenue"/>
          <p:cNvSpPr txBox="1"/>
          <p:nvPr/>
        </p:nvSpPr>
        <p:spPr>
          <a:xfrm>
            <a:off x="1921247" y="5855121"/>
            <a:ext cx="249661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Revenue</a:t>
            </a:r>
          </a:p>
        </p:txBody>
      </p:sp>
      <p:sp>
        <p:nvSpPr>
          <p:cNvPr id="173" name="Cost"/>
          <p:cNvSpPr txBox="1"/>
          <p:nvPr/>
        </p:nvSpPr>
        <p:spPr>
          <a:xfrm>
            <a:off x="5271655" y="5855121"/>
            <a:ext cx="14011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Cost</a:t>
            </a:r>
          </a:p>
        </p:txBody>
      </p:sp>
      <p:sp>
        <p:nvSpPr>
          <p:cNvPr id="174" name="Profit"/>
          <p:cNvSpPr txBox="1"/>
          <p:nvPr/>
        </p:nvSpPr>
        <p:spPr>
          <a:xfrm>
            <a:off x="7526612" y="5855121"/>
            <a:ext cx="155905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Profit</a:t>
            </a:r>
          </a:p>
        </p:txBody>
      </p:sp>
      <p:sp>
        <p:nvSpPr>
          <p:cNvPr id="175" name="120"/>
          <p:cNvSpPr txBox="1"/>
          <p:nvPr/>
        </p:nvSpPr>
        <p:spPr>
          <a:xfrm>
            <a:off x="2603999" y="6684039"/>
            <a:ext cx="113111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120</a:t>
            </a:r>
          </a:p>
        </p:txBody>
      </p:sp>
      <p:sp>
        <p:nvSpPr>
          <p:cNvPr id="176" name="80"/>
          <p:cNvSpPr txBox="1"/>
          <p:nvPr/>
        </p:nvSpPr>
        <p:spPr>
          <a:xfrm>
            <a:off x="5576150" y="6684039"/>
            <a:ext cx="7921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80</a:t>
            </a:r>
          </a:p>
        </p:txBody>
      </p:sp>
      <p:sp>
        <p:nvSpPr>
          <p:cNvPr id="177" name="40"/>
          <p:cNvSpPr txBox="1"/>
          <p:nvPr/>
        </p:nvSpPr>
        <p:spPr>
          <a:xfrm>
            <a:off x="7910050" y="6684039"/>
            <a:ext cx="7921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
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/>
              <a:t>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42062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/>
              <a:t>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29968"/>
            <a:ext cx="42062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/>
              <a:t>Fast retrieval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2240" y="1645920"/>
            <a:ext cx="42062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/>
              <a:t>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2029968"/>
            <a:ext cx="42062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/>
              <a:t>Image parsing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931920"/>
            <a:ext cx="42062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/>
              <a:t>Speech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315968"/>
            <a:ext cx="42062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/>
              <a:t>Audio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3931920"/>
            <a:ext cx="42062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/>
              <a:t>Agents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4315968"/>
            <a:ext cx="420624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/>
              <a:t>Task execution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
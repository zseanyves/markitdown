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op box"/>
          <p:cNvSpPr txBox="1"/>
          <p:nvPr/>
        </p:nvSpPr>
        <p:spPr>
          <a:xfrm>
            <a:off x="11017148" y="2445606"/>
            <a:ext cx="2304594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Top box</a:t>
            </a:r>
          </a:p>
        </p:txBody>
      </p:sp>
      <p:sp>
        <p:nvSpPr>
          <p:cNvPr id="172" name="Bottom box"/>
          <p:cNvSpPr txBox="1"/>
          <p:nvPr/>
        </p:nvSpPr>
        <p:spPr>
          <a:xfrm>
            <a:off x="10819637" y="7745149"/>
            <a:ext cx="333238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Bottom box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
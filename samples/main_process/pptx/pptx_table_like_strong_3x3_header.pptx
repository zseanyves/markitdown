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/>
              <a:t>Quarter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46304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/>
              <a:t>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146304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/>
              <a:t>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46304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/>
              <a:t>Profit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/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9456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/>
              <a:t>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9456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/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2608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/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92608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/>
              <a:t>140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/>
              <a:t>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
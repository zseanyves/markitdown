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 show="0"/>
    <p:sldId id="25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hir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Third</a:t>
            </a:r>
          </a:p>
        </p:txBody>
      </p:sp>
      <p:sp>
        <p:nvSpPr>
          <p:cNvPr id="172" name="Alpha"/>
          <p:cNvSpPr txBox="1"/>
          <p:nvPr/>
        </p:nvSpPr>
        <p:spPr>
          <a:xfrm>
            <a:off x="1232853" y="7328753"/>
            <a:ext cx="16724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Alpha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ir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</a:t>
            </a:r>
          </a:p>
        </p:txBody>
      </p:sp>
      <p:sp>
        <p:nvSpPr>
          <p:cNvPr id="175" name="Beta"/>
          <p:cNvSpPr txBox="1"/>
          <p:nvPr/>
        </p:nvSpPr>
        <p:spPr>
          <a:xfrm>
            <a:off x="1209827" y="7328753"/>
            <a:ext cx="137861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Beta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econ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</a:t>
            </a:r>
          </a:p>
        </p:txBody>
      </p:sp>
      <p:sp>
        <p:nvSpPr>
          <p:cNvPr id="178" name="Gamma"/>
          <p:cNvSpPr txBox="1"/>
          <p:nvPr/>
        </p:nvSpPr>
        <p:spPr>
          <a:xfrm>
            <a:off x="1486133" y="7351778"/>
            <a:ext cx="22716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Gamma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
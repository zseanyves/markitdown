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180000"/>
            <a:ext cx="78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Model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00" y="1400000"/>
            <a:ext cx="165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0" y="1400000"/>
            <a:ext cx="165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Ranking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00000" y="1400000"/>
            <a:ext cx="165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000" y="2100000"/>
            <a:ext cx="165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00000" y="2100000"/>
            <a:ext cx="165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Speech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00000" y="2100000"/>
            <a:ext cx="165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000" y="2800000"/>
            <a:ext cx="165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0000" y="2800000"/>
            <a:ext cx="165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0000" y="2800000"/>
            <a:ext cx="165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Tooling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
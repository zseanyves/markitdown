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6.xml" /><ns0:Relationship Id="rId2" Type="http://schemas.openxmlformats.org/officeDocument/2006/relationships/hyperlink" Target="" TargetMode="External" /></ns0: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>
            <a:hlinkClick r:id="rId2"/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Shape Link Empty Target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
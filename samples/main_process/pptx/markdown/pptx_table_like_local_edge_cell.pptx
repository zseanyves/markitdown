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/>
              <a:t>Local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737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737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65%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60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/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2615184"/>
            <a:ext cx="2057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/>
              <a:t>72%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7947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Snapshot taken this morning.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
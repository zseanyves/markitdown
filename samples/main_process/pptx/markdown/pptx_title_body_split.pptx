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Overview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172" name="This slide explains the current status.…"/>
          <p:cNvSpPr txBox="1"/>
          <p:nvPr/>
        </p:nvSpPr>
        <p:spPr>
          <a:xfrm>
            <a:off x="1232853" y="7913720"/>
            <a:ext cx="10853014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This slide explains the current status.</a:t>
            </a:r>
          </a:p>
          <a:p>
            <a:pPr/>
            <a:r>
              <a:t>It should remain normal paragraph text.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
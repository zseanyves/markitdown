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/shap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hlinkClick r:id="rId2"/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Level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
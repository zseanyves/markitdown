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etrics"/>
          <p:cNvSpPr txBox="1"/>
          <p:nvPr>
            <p:ph type="ctrTitle"/>
          </p:nvPr>
        </p:nvSpPr>
        <p:spPr>
          <a:xfrm>
            <a:off x="469681" y="-533451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Metrics</a:t>
            </a:r>
          </a:p>
        </p:txBody>
      </p:sp>
      <p:sp>
        <p:nvSpPr>
          <p:cNvPr id="172" name="A1"/>
          <p:cNvSpPr txBox="1"/>
          <p:nvPr/>
        </p:nvSpPr>
        <p:spPr>
          <a:xfrm>
            <a:off x="7114264" y="4494875"/>
            <a:ext cx="84826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A1</a:t>
            </a:r>
          </a:p>
        </p:txBody>
      </p:sp>
      <p:sp>
        <p:nvSpPr>
          <p:cNvPr id="173" name="A2"/>
          <p:cNvSpPr txBox="1"/>
          <p:nvPr/>
        </p:nvSpPr>
        <p:spPr>
          <a:xfrm>
            <a:off x="8853049" y="4494875"/>
            <a:ext cx="84826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A2</a:t>
            </a:r>
          </a:p>
        </p:txBody>
      </p:sp>
      <p:sp>
        <p:nvSpPr>
          <p:cNvPr id="174" name="B1"/>
          <p:cNvSpPr txBox="1"/>
          <p:nvPr/>
        </p:nvSpPr>
        <p:spPr>
          <a:xfrm>
            <a:off x="7114264" y="5683433"/>
            <a:ext cx="8708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B1</a:t>
            </a:r>
          </a:p>
        </p:txBody>
      </p:sp>
      <p:sp>
        <p:nvSpPr>
          <p:cNvPr id="175" name="B2"/>
          <p:cNvSpPr txBox="1"/>
          <p:nvPr/>
        </p:nvSpPr>
        <p:spPr>
          <a:xfrm>
            <a:off x="8853049" y="5683433"/>
            <a:ext cx="8708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B2</a:t>
            </a:r>
          </a:p>
        </p:txBody>
      </p:sp>
      <p:sp>
        <p:nvSpPr>
          <p:cNvPr id="176" name="Notes"/>
          <p:cNvSpPr txBox="1"/>
          <p:nvPr/>
        </p:nvSpPr>
        <p:spPr>
          <a:xfrm>
            <a:off x="7564864" y="7745149"/>
            <a:ext cx="172852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Notes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
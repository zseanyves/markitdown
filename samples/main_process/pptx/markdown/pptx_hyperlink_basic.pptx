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projec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Hyperlink Basic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Home: </a:t>
            </a:r>
            <a:r>
              <a:rPr>
                <a:hlinkClick r:id="rId2"/>
              </a:rPr>
              <a:t>https://example.com/project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
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级别 1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00"/>
            </a:lvl1pPr>
            <a:lvl2pPr marL="990600" indent="-381000" defTabSz="701675">
              <a:lnSpc>
                <a:spcPct val="100000"/>
              </a:lnSpc>
              <a:spcBef>
                <a:spcPts val="0"/>
              </a:spcBef>
              <a:defRPr b="1" sz="3000"/>
            </a:lvl2pPr>
            <a:lvl3pPr marL="1600200" indent="-381000" defTabSz="701675">
              <a:lnSpc>
                <a:spcPct val="100000"/>
              </a:lnSpc>
              <a:spcBef>
                <a:spcPts val="0"/>
              </a:spcBef>
              <a:defRPr b="1" sz="3000"/>
            </a:lvl3pPr>
            <a:lvl4pPr marL="2209800" indent="-381000" defTabSz="701675">
              <a:lnSpc>
                <a:spcPct val="100000"/>
              </a:lnSpc>
              <a:spcBef>
                <a:spcPts val="0"/>
              </a:spcBef>
              <a:defRPr b="1" sz="3000"/>
            </a:lvl4pPr>
            <a:lvl5pPr marL="2819400" indent="-381000" defTabSz="701675">
              <a:lnSpc>
                <a:spcPct val="100000"/>
              </a:lnSpc>
              <a:spcBef>
                <a:spcPts val="0"/>
              </a:spcBef>
              <a:defRPr b="1" sz="3000"/>
            </a:lvl5pPr>
          </a:lstStyle>
          <a:p>
            <a:pPr/>
            <a:r>
              <a:t>作者和日期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演示文稿副标题</a:t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正文级别 1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00"/>
            </a:lvl1pPr>
            <a:lvl2pPr marL="990600" indent="-381000" defTabSz="701675">
              <a:lnSpc>
                <a:spcPct val="100000"/>
              </a:lnSpc>
              <a:spcBef>
                <a:spcPts val="0"/>
              </a:spcBef>
              <a:defRPr b="1" sz="3000"/>
            </a:lvl2pPr>
            <a:lvl3pPr marL="1600200" indent="-381000" defTabSz="701675">
              <a:lnSpc>
                <a:spcPct val="100000"/>
              </a:lnSpc>
              <a:spcBef>
                <a:spcPts val="0"/>
              </a:spcBef>
              <a:defRPr b="1" sz="3000"/>
            </a:lvl3pPr>
            <a:lvl4pPr marL="2209800" indent="-381000" defTabSz="701675">
              <a:lnSpc>
                <a:spcPct val="100000"/>
              </a:lnSpc>
              <a:spcBef>
                <a:spcPts val="0"/>
              </a:spcBef>
              <a:defRPr b="1" sz="3000"/>
            </a:lvl4pPr>
            <a:lvl5pPr marL="2819400" indent="-381000" defTabSz="701675">
              <a:lnSpc>
                <a:spcPct val="100000"/>
              </a:lnSpc>
              <a:spcBef>
                <a:spcPts val="0"/>
              </a:spcBef>
              <a:defRPr b="1" sz="3000"/>
            </a:lvl5pPr>
          </a:lstStyle>
          <a:p>
            <a:pPr/>
            <a:r>
              <a:t>作者和日期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正文级别 1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演示文稿副标题</a:t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正文级别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正文级别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正文级别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正文级别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正文级别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正文级别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文级别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正文级别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正文级别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正文级别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议程副标题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正文级别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议程主题</a:t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文级别 1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00"/>
            </a:lvl1pPr>
            <a:lvl2pPr marL="990600" indent="-381000" defTabSz="701675">
              <a:lnSpc>
                <a:spcPct val="100000"/>
              </a:lnSpc>
              <a:spcBef>
                <a:spcPts val="0"/>
              </a:spcBef>
              <a:defRPr b="1" sz="3000"/>
            </a:lvl2pPr>
            <a:lvl3pPr marL="1600200" indent="-381000" defTabSz="701675">
              <a:lnSpc>
                <a:spcPct val="100000"/>
              </a:lnSpc>
              <a:spcBef>
                <a:spcPts val="0"/>
              </a:spcBef>
              <a:defRPr b="1" sz="3000"/>
            </a:lvl3pPr>
            <a:lvl4pPr marL="2209800" indent="-381000" defTabSz="701675">
              <a:lnSpc>
                <a:spcPct val="100000"/>
              </a:lnSpc>
              <a:spcBef>
                <a:spcPts val="0"/>
              </a:spcBef>
              <a:defRPr b="1" sz="3000"/>
            </a:lvl4pPr>
            <a:lvl5pPr marL="2819400" indent="-381000" defTabSz="701675">
              <a:lnSpc>
                <a:spcPct val="100000"/>
              </a:lnSpc>
              <a:spcBef>
                <a:spcPts val="0"/>
              </a:spcBef>
              <a:defRPr b="1" sz="3000"/>
            </a:lvl5pPr>
          </a:lstStyle>
          <a:p>
            <a:pPr/>
            <a:r>
              <a:t>出自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正文级别 1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“著名引文”</a:t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文级别 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标题文本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ject Overview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Project Overview</a:t>
            </a:r>
          </a:p>
        </p:txBody>
      </p:sp>
      <p:sp>
        <p:nvSpPr>
          <p:cNvPr id="172" name="Goal 1…"/>
          <p:cNvSpPr txBox="1"/>
          <p:nvPr>
            <p:ph type="body" sz="quarter" idx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566926" indent="-566926" defTabSz="2267654">
              <a:lnSpc>
                <a:spcPct val="90000"/>
              </a:lnSpc>
              <a:spcBef>
                <a:spcPts val="4100"/>
              </a:spcBef>
              <a:buSzPct val="123000"/>
              <a:buChar char="•"/>
              <a:defRPr b="0" sz="4400"/>
            </a:pPr>
            <a:r>
              <a:t>Goal 1</a:t>
            </a:r>
          </a:p>
          <a:p>
            <a:pPr marL="566926" indent="-566926" defTabSz="2267654">
              <a:lnSpc>
                <a:spcPct val="90000"/>
              </a:lnSpc>
              <a:spcBef>
                <a:spcPts val="4100"/>
              </a:spcBef>
              <a:buSzPct val="123000"/>
              <a:buChar char="•"/>
              <a:defRPr b="0" sz="4400"/>
            </a:pPr>
            <a:r>
              <a:t>Goal 2</a:t>
            </a:r>
          </a:p>
        </p:txBody>
      </p:sp>
      <p:sp>
        <p:nvSpPr>
          <p:cNvPr id="173" name="Key message for this slide."/>
          <p:cNvSpPr txBox="1"/>
          <p:nvPr/>
        </p:nvSpPr>
        <p:spPr>
          <a:xfrm>
            <a:off x="1209827" y="9354995"/>
            <a:ext cx="743072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Key message for this slide.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
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Ordered Lis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Ordered List</a:t>
            </a:r>
          </a:p>
        </p:txBody>
      </p:sp>
      <p:sp>
        <p:nvSpPr>
          <p:cNvPr id="172" name="First…"/>
          <p:cNvSpPr txBox="1"/>
          <p:nvPr/>
        </p:nvSpPr>
        <p:spPr>
          <a:xfrm>
            <a:off x="1301929" y="7326325"/>
            <a:ext cx="3103373" cy="325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889000" indent="-889000">
              <a:buSzPct val="100000"/>
              <a:buAutoNum type="arabicPeriod" startAt="1"/>
            </a:pPr>
            <a:r>
              <a:t>First</a:t>
            </a:r>
          </a:p>
          <a:p>
            <a:pPr marL="889000" indent="-889000">
              <a:buSzPct val="100000"/>
              <a:buAutoNum type="arabicPeriod" startAt="1"/>
            </a:pPr>
            <a:r>
              <a:t>Second</a:t>
            </a:r>
          </a:p>
          <a:p>
            <a:pPr marL="889000" indent="-889000">
              <a:buSzPct val="100000"/>
              <a:buAutoNum type="arabicPeriod" startAt="1"/>
            </a:pPr>
            <a:r>
              <a:t>Third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
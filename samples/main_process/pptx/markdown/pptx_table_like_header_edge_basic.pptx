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00000" y="180000"/>
            <a:ext cx="7800000" cy="5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/>
            </a:pPr>
            <a:r>
              <a:t>Header Edge Matrix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00000" y="1200000"/>
            <a:ext cx="1700000" cy="5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Quarter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300000" y="1200000"/>
            <a:ext cx="1700000" cy="5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Revenue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500000" y="1200000"/>
            <a:ext cx="1700000" cy="5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Profit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00000" y="2200000"/>
            <a:ext cx="1700000" cy="5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Q1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300000" y="2200000"/>
            <a:ext cx="1700000" cy="5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120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500000" y="2200000"/>
            <a:ext cx="1700000" cy="5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40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00000" y="3200000"/>
            <a:ext cx="1700000" cy="5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Q2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00000" y="3200000"/>
            <a:ext cx="1700000" cy="5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140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500000" y="3200000"/>
            <a:ext cx="1700000" cy="52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/>
            </a:pPr>
            <a:r>
              <a:t>55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
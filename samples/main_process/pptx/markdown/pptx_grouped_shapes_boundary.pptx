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ighlights"/>
          <p:cNvSpPr txBox="1"/>
          <p:nvPr>
            <p:ph type="ctrTitle"/>
          </p:nvPr>
        </p:nvSpPr>
        <p:spPr>
          <a:xfrm>
            <a:off x="469681" y="-533451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Highlights</a:t>
            </a:r>
          </a:p>
        </p:txBody>
      </p:sp>
      <p:grpSp>
        <p:nvGrpSpPr>
          <p:cNvPr id="200" name="Outer 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grpSp>
          <p:nvGrpSpPr>
            <p:cNvPr id="201" name="Items Group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72" name="Item A"/>
              <p:cNvSpPr txBox="1"/>
              <p:nvPr/>
            </p:nvSpPr>
            <p:spPr>
              <a:xfrm>
                <a:off x="11536527" y="4880051"/>
                <a:ext cx="1876045" cy="80843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/>
                <a:r>
                  <a:t>Item A</a:t>
                </a:r>
              </a:p>
            </p:txBody>
          </p:sp>
          <p:sp>
            <p:nvSpPr>
              <p:cNvPr id="173" name="Item B"/>
              <p:cNvSpPr txBox="1"/>
              <p:nvPr/>
            </p:nvSpPr>
            <p:spPr>
              <a:xfrm>
                <a:off x="11525250" y="5618345"/>
                <a:ext cx="1898600" cy="80843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/>
                <a:r>
                  <a:t>Item B</a:t>
                </a:r>
              </a:p>
            </p:txBody>
          </p:sp>
          <p:sp>
            <p:nvSpPr>
              <p:cNvPr id="174" name="Item C"/>
              <p:cNvSpPr txBox="1"/>
              <p:nvPr/>
            </p:nvSpPr>
            <p:spPr>
              <a:xfrm>
                <a:off x="11513972" y="6453784"/>
                <a:ext cx="1921155" cy="80843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/>
                <a:r>
                  <a:t>Item C</a:t>
                </a:r>
              </a:p>
            </p:txBody>
          </p:sp>
        </p:grpSp>
        <p:sp>
          <p:nvSpPr>
            <p:cNvPr id="175" name="Main paragraph"/>
            <p:cNvSpPr txBox="1"/>
            <p:nvPr/>
          </p:nvSpPr>
          <p:spPr>
            <a:xfrm>
              <a:off x="634190" y="12417387"/>
              <a:ext cx="4416248" cy="8084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/>
              <a:r>
                <a:t>Main paragraph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
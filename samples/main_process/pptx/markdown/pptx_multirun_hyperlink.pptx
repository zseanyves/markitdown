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/alpha" TargetMode="External"/><Relationship Id="rId3" Type="http://schemas.openxmlformats.org/officeDocument/2006/relationships/hyperlink" Target="https://example.com/beta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Link Multiple Runs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Resources: </a:t>
            </a:r>
            <a:r>
              <a:rPr>
                <a:hlinkClick r:id="rId2"/>
              </a:rPr>
              <a:t>Alpha</a:t>
            </a:r>
            <a:r>
              <a:t> and </a:t>
            </a:r>
            <a:r>
              <a:rPr>
                <a:hlinkClick r:id="rId3"/>
              </a:rPr>
              <a:t>Beta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
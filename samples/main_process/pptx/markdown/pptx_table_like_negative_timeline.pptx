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oadmap"/>
          <p:cNvSpPr txBox="1"/>
          <p:nvPr>
            <p:ph type="ctrTitle"/>
          </p:nvPr>
        </p:nvSpPr>
        <p:spPr>
          <a:xfrm>
            <a:off x="1206498" y="-1247242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Roadmap</a:t>
            </a:r>
          </a:p>
        </p:txBody>
      </p:sp>
      <p:sp>
        <p:nvSpPr>
          <p:cNvPr id="172" name="Q1"/>
          <p:cNvSpPr txBox="1"/>
          <p:nvPr/>
        </p:nvSpPr>
        <p:spPr>
          <a:xfrm>
            <a:off x="1565120" y="4105183"/>
            <a:ext cx="91653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Q1</a:t>
            </a:r>
          </a:p>
        </p:txBody>
      </p:sp>
      <p:sp>
        <p:nvSpPr>
          <p:cNvPr id="173" name="Q2"/>
          <p:cNvSpPr txBox="1"/>
          <p:nvPr/>
        </p:nvSpPr>
        <p:spPr>
          <a:xfrm>
            <a:off x="1565120" y="4972512"/>
            <a:ext cx="91653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Q2</a:t>
            </a:r>
          </a:p>
        </p:txBody>
      </p:sp>
      <p:sp>
        <p:nvSpPr>
          <p:cNvPr id="174" name="Q3"/>
          <p:cNvSpPr txBox="1"/>
          <p:nvPr/>
        </p:nvSpPr>
        <p:spPr>
          <a:xfrm>
            <a:off x="1565120" y="5839842"/>
            <a:ext cx="91653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Q3</a:t>
            </a:r>
          </a:p>
        </p:txBody>
      </p:sp>
      <p:sp>
        <p:nvSpPr>
          <p:cNvPr id="175" name="Q4"/>
          <p:cNvSpPr txBox="1"/>
          <p:nvPr/>
        </p:nvSpPr>
        <p:spPr>
          <a:xfrm>
            <a:off x="1565120" y="6891988"/>
            <a:ext cx="91653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Q4</a:t>
            </a:r>
          </a:p>
        </p:txBody>
      </p:sp>
      <p:sp>
        <p:nvSpPr>
          <p:cNvPr id="176" name="Planning"/>
          <p:cNvSpPr txBox="1"/>
          <p:nvPr/>
        </p:nvSpPr>
        <p:spPr>
          <a:xfrm>
            <a:off x="4795081" y="4105183"/>
            <a:ext cx="2474062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Planning</a:t>
            </a:r>
          </a:p>
        </p:txBody>
      </p:sp>
      <p:sp>
        <p:nvSpPr>
          <p:cNvPr id="177" name="Build"/>
          <p:cNvSpPr txBox="1"/>
          <p:nvPr/>
        </p:nvSpPr>
        <p:spPr>
          <a:xfrm>
            <a:off x="4635913" y="4972512"/>
            <a:ext cx="15029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Build</a:t>
            </a:r>
          </a:p>
        </p:txBody>
      </p:sp>
      <p:sp>
        <p:nvSpPr>
          <p:cNvPr id="178" name="Launch"/>
          <p:cNvSpPr txBox="1"/>
          <p:nvPr/>
        </p:nvSpPr>
        <p:spPr>
          <a:xfrm>
            <a:off x="4969731" y="5839842"/>
            <a:ext cx="212476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Launch</a:t>
            </a:r>
          </a:p>
        </p:txBody>
      </p:sp>
      <p:sp>
        <p:nvSpPr>
          <p:cNvPr id="179" name="Scale"/>
          <p:cNvSpPr txBox="1"/>
          <p:nvPr/>
        </p:nvSpPr>
        <p:spPr>
          <a:xfrm>
            <a:off x="4745739" y="6891988"/>
            <a:ext cx="257274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
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ain content"/>
          <p:cNvSpPr txBox="1"/>
          <p:nvPr/>
        </p:nvSpPr>
        <p:spPr>
          <a:xfrm>
            <a:off x="10350550" y="5279484"/>
            <a:ext cx="36829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Main content</a:t>
            </a:r>
          </a:p>
        </p:txBody>
      </p:sp>
      <p:sp>
        <p:nvSpPr>
          <p:cNvPr id="172" name="1"/>
          <p:cNvSpPr txBox="1"/>
          <p:nvPr/>
        </p:nvSpPr>
        <p:spPr>
          <a:xfrm>
            <a:off x="22416309" y="12325285"/>
            <a:ext cx="45323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173" name="Report Summary"/>
          <p:cNvSpPr txBox="1"/>
          <p:nvPr/>
        </p:nvSpPr>
        <p:spPr>
          <a:xfrm>
            <a:off x="6394526" y="867607"/>
            <a:ext cx="11594948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Report 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
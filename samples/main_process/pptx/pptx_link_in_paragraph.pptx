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example.com/docs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PPTX Link In Paragraph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Read the </a:t>
            </a:r>
            <a:r>
              <a:rPr>
                <a:hlinkClick r:id="rId2"/>
              </a:rPr>
              <a:t>documentation</a:t>
            </a:r>
            <a:r>
              <a:t> before launch.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
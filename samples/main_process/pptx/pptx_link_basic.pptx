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projec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 Basic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hlinkClick r:id="rId2"/>
              </a:rPr>
              <a:t>Project 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
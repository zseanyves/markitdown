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hyperlink" Target="https://example.com/alpha" TargetMode="External"/>
  <Relationship Id="rId3" Type="http://schemas.openxmlformats.org/officeDocument/2006/relationships/hyperlink" Target="https://example.com/beta" TargetMode="External"/>
  <Relationship Id="rId4" Type="http://schemas.openxmlformats.org/officeDocument/2006/relationships/hyperlink" Target="https://example.com/gamma" TargetMode="External"/>
  <Relationship Id="rId5" Type="http://schemas.openxmlformats.org/officeDocument/2006/relationships/hyperlink" Target="https://example.com/api" TargetMode="External"/>
  <Relationship Id="rId6" Type="http://schemas.openxmlformats.org/officeDocument/2006/relationships/hyperlink" Target="https://example.com/guide" TargetMode="External"/>
  <Relationship Id="rId7" Type="http://schemas.openxmlformats.org/officeDocument/2006/relationships/hyperlink" Target="https://example.com/faq" TargetMode="Externa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 Heavy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Resources: </a:t>
            </a:r>
            <a:r>
              <a:rPr>
                <a:hlinkClick r:id="rId2"/>
              </a:rPr>
              <a:t>Alpha</a:t>
            </a:r>
            <a:r>
              <a:t>, </a:t>
            </a:r>
            <a:r>
              <a:rPr>
                <a:hlinkClick r:id="rId3"/>
              </a:rPr>
              <a:t>Beta</a:t>
            </a:r>
            <a:r>
              <a:t>, </a:t>
            </a:r>
            <a:r>
              <a:rPr>
                <a:hlinkClick r:id="rId4"/>
              </a:rPr>
              <a:t>Gamma</a:t>
            </a:r>
          </a:p>
          <a:p>
            <a:r>
              <a:t>Docs: </a:t>
            </a:r>
            <a:r>
              <a:rPr>
                <a:hlinkClick r:id="rId5"/>
              </a:rPr>
              <a:t>API</a:t>
            </a:r>
            <a:r>
              <a:t>, </a:t>
            </a:r>
            <a:r>
              <a:rPr>
                <a:hlinkClick r:id="rId6"/>
              </a:rPr>
              <a:t>Guide</a:t>
            </a:r>
            <a:r>
              <a:t>, </a:t>
            </a:r>
            <a:r>
              <a:rPr>
                <a:hlinkClick r:id="rId7"/>
              </a:rPr>
              <a:t>FAQ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
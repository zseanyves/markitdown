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PPTX MVP 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第一段：Hello, 世界 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第二段：包含 emoji 🙂 与符号 &amp; &lt; 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2" baseType="variant">
      <vt:variant>
        <vt:lpstr>Slide Titles</vt:lpstr>
      </vt:variant>
      <vt:variant>
        <vt:i4>3</vt:i4>
      </vt:variant>
    </vt:vector>
  </HeadingPairs>
  <TitlesOfParts>
    <vt:vector size="3" baseType="lpstr">
      <vt:lpstr>Slide 1</vt:lpstr>
      <vt:lpstr>Slide 2</vt:lpstr>
      <vt:lpstr>Slide 3</vt:lpstr>
    </vt:vector>
  </TitlesOfParts>
  <Company>markitdown-mb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Metadata Rich</dc:title>
  <dc:subject>Second-round metadata coverage</dc:subject>
  <dc:creator>markitdown-mb</dc:creator>
  <cp:lastModifiedBy>markitdown-mb</cp:lastModifiedBy>
  <cp:revision>2</cp:revision>
  <dc:description>generated by generate_pptx_second_round_samples.py</dc:description>
  <cp:keywords>pptx,metadata,origin</cp:keywords>
  <dcterms:created xsi:type="dcterms:W3CDTF">2026-05-07T00:00:00Z</dcterms:created>
  <dcterms:modified xsi:type="dcterms:W3CDTF">2026-05-07T00:00:00Z</dcterms:modified>
</cp:coreProperties>
</file>
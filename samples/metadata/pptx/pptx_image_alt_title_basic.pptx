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 alt text" title="Figure title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900000"/>
            <a:ext cx="40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
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Dense Capability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0000" y="1220000"/>
            <a:ext cx="205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554000"/>
            <a:ext cx="205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Desc 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000" y="1220000"/>
            <a:ext cx="205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000" y="1554000"/>
            <a:ext cx="205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Desc 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50000" y="1220000"/>
            <a:ext cx="205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0000" y="1554000"/>
            <a:ext cx="205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Desc C3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000" y="2480000"/>
            <a:ext cx="205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00" y="2814000"/>
            <a:ext cx="205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Desc C4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000" y="2480000"/>
            <a:ext cx="205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000" y="2814000"/>
            <a:ext cx="205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Desc C5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0000" y="2480000"/>
            <a:ext cx="205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0000" y="2814000"/>
            <a:ext cx="205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Desc C6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
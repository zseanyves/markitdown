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Callout Mixed Widths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4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Narrow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890000"/>
            <a:ext cx="18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Compact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0000" y="1480000"/>
            <a:ext cx="18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0000" y="1870000"/>
            <a:ext cx="275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This description intentionally spans wider width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1515000"/>
            <a:ext cx="132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0" y="1905000"/>
            <a:ext cx="17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Balanced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
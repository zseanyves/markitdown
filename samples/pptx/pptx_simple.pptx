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PPTX MVP 测试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第一段：Hello, 世界 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第二段：包含 emoji 🙂 与符号 &amp; &lt; &gt;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项目符号 1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项目符号 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第二页标题：Data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A：这是一段普通文本。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B：支持中文、English、123。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第三页：仅标题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2026-03-05T14:26:55Z</dcterms:created>
  <dcterms:modified xsi:type="dcterms:W3CDTF">2026-03-05T14:26:55Z</dcterms:modified>
</cp:coreProperties>
</file>
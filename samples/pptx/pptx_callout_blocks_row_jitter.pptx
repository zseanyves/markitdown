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Callout Row Jitter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450000"/>
            <a:ext cx="1835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Title1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840000"/>
            <a:ext cx="1975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Desc1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0000" y="1465000"/>
            <a:ext cx="186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Title2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0000" y="1870000"/>
            <a:ext cx="2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Desc2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435000"/>
            <a:ext cx="184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Title3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1810000"/>
            <a:ext cx="19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Desc3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
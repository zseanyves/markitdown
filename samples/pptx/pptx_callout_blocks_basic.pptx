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80000"/>
            <a:ext cx="7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Release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000" y="1550000"/>
            <a:ext cx="22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/>
            </a:pPr>
            <a: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000" y="1940000"/>
            <a:ext cx="23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Secure by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00000" y="1700000"/>
            <a:ext cx="22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/>
            </a:pPr>
            <a:r>
              <a:t>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00000" y="2090000"/>
            <a:ext cx="23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Team access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0000" y="1500000"/>
            <a:ext cx="22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/>
            </a:pPr>
            <a:r>
              <a:t>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50000" y="1890000"/>
            <a:ext cx="23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Markdown and PDF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
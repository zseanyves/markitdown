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/>
              <a:t>Launch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737360"/>
            <a:ext cx="1737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737360"/>
            <a:ext cx="6309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/>
              <a:t>Set scope and owners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97480"/>
            <a:ext cx="1737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697480"/>
            <a:ext cx="6309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/>
              <a:t>Implement and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1737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/>
              <a:t>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57600"/>
            <a:ext cx="6309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/>
              <a:t>Ship and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
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Capability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30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73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Fast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0" y="130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0000" y="173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Image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80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Speech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23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Audio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00" y="280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0" y="323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Task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
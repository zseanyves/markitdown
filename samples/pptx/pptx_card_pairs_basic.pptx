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180000"/>
            <a:ext cx="78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Capability Cards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0000" y="1300000"/>
            <a:ext cx="23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730000"/>
            <a:ext cx="23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Fast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0000" y="1300000"/>
            <a:ext cx="23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0000" y="1730000"/>
            <a:ext cx="23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Image parsing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2800000"/>
            <a:ext cx="23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Speech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230000"/>
            <a:ext cx="23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Audio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0000" y="2800000"/>
            <a:ext cx="23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0000" y="3230000"/>
            <a:ext cx="23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Task execution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
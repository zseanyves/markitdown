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00000" y="180000"/>
            <a:ext cx="78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/>
            </a:pPr>
            <a:r>
              <a:t>Labels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0000" y="1350000"/>
            <a:ext cx="1750000" cy="3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/>
            </a:pPr>
            <a:r>
              <a:t>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00000" y="1450000"/>
            <a:ext cx="1750000" cy="3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/>
            </a:pPr>
            <a:r>
              <a:t>Ranking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00000" y="2450000"/>
            <a:ext cx="1750000" cy="3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/>
            </a:pPr>
            <a:r>
              <a:t>Safety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00000" y="2500000"/>
            <a:ext cx="1750000" cy="3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/>
            </a:pPr>
            <a:r>
              <a:t>Vision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50000" y="2860000"/>
            <a:ext cx="1750000" cy="3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/>
            </a:pPr>
            <a:r>
              <a:t>Fast setup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50000" y="3450000"/>
            <a:ext cx="1750000" cy="3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/>
            </a:pPr>
            <a:r>
              <a:t>Internal only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
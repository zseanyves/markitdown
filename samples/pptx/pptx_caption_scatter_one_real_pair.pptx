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000" y="135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0000" y="145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000" y="245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0" y="250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0000" y="286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Fast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0000" y="3450000"/>
            <a:ext cx="175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Internal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
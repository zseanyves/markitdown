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Highlights"/>
          <p:cNvSpPr txBox="1"/>
          <p:nvPr/>
        </p:nvSpPr>
        <p:spPr>
          <a:xfrm>
            <a:off x="8737650" y="61715"/>
            <a:ext cx="6908700" cy="184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b="1" spc="-232" sz="11600"/>
            </a:lvl1pPr>
          </a:lstStyle>
          <a:p>
            <a:pPr/>
            <a:r>
              <a:t>Highlights</a:t>
            </a:r>
          </a:p>
        </p:txBody>
      </p:sp>
      <p:sp>
        <p:nvSpPr>
          <p:cNvPr id="172" name="Item A"/>
          <p:cNvSpPr txBox="1"/>
          <p:nvPr/>
        </p:nvSpPr>
        <p:spPr>
          <a:xfrm>
            <a:off x="11253977" y="6037583"/>
            <a:ext cx="187604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A</a:t>
            </a:r>
          </a:p>
        </p:txBody>
      </p:sp>
      <p:sp>
        <p:nvSpPr>
          <p:cNvPr id="173" name="Item B"/>
          <p:cNvSpPr txBox="1"/>
          <p:nvPr/>
        </p:nvSpPr>
        <p:spPr>
          <a:xfrm>
            <a:off x="11242700" y="6730090"/>
            <a:ext cx="18986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B</a:t>
            </a:r>
          </a:p>
        </p:txBody>
      </p:sp>
      <p:sp>
        <p:nvSpPr>
          <p:cNvPr id="174" name="Item C"/>
          <p:cNvSpPr txBox="1"/>
          <p:nvPr/>
        </p:nvSpPr>
        <p:spPr>
          <a:xfrm>
            <a:off x="11231422" y="7443880"/>
            <a:ext cx="19211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Item C</a:t>
            </a:r>
          </a:p>
        </p:txBody>
      </p:sp>
      <p:sp>
        <p:nvSpPr>
          <p:cNvPr id="175" name="Main paragraph"/>
          <p:cNvSpPr txBox="1"/>
          <p:nvPr/>
        </p:nvSpPr>
        <p:spPr>
          <a:xfrm>
            <a:off x="196706" y="12532515"/>
            <a:ext cx="44162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Main paragraph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
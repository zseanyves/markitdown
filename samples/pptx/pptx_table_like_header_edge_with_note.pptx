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Header Edge With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0000" y="1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0000" y="1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Delta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000" y="2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0" y="2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+3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000" y="3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000" y="3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00" y="3850000"/>
            <a:ext cx="21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Best result highlighted.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
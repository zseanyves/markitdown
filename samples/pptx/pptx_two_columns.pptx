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ject Overview"/>
          <p:cNvSpPr txBox="1"/>
          <p:nvPr>
            <p:ph type="ctrTitle"/>
          </p:nvPr>
        </p:nvSpPr>
        <p:spPr>
          <a:xfrm>
            <a:off x="2012389" y="157314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Project Overview</a:t>
            </a:r>
          </a:p>
        </p:txBody>
      </p:sp>
      <p:sp>
        <p:nvSpPr>
          <p:cNvPr id="172" name="Background…"/>
          <p:cNvSpPr txBox="1"/>
          <p:nvPr/>
        </p:nvSpPr>
        <p:spPr>
          <a:xfrm>
            <a:off x="1371006" y="5841425"/>
            <a:ext cx="3434182" cy="203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Background</a:t>
            </a:r>
          </a:p>
          <a:p>
            <a:pPr/>
            <a:r>
              <a:t>Goals</a:t>
            </a:r>
          </a:p>
        </p:txBody>
      </p:sp>
      <p:sp>
        <p:nvSpPr>
          <p:cNvPr id="173" name="Risks…"/>
          <p:cNvSpPr txBox="1"/>
          <p:nvPr/>
        </p:nvSpPr>
        <p:spPr>
          <a:xfrm>
            <a:off x="18156592" y="5841425"/>
            <a:ext cx="2688642" cy="203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Risks</a:t>
            </a:r>
          </a:p>
          <a:p>
            <a:pPr/>
            <a:r>
              <a:t>Timelines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
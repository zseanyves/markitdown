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Scatter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000" y="1300000"/>
            <a:ext cx="17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000" y="1670000"/>
            <a:ext cx="25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Alpha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0" y="1480000"/>
            <a:ext cx="17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850000"/>
            <a:ext cx="25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Beta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0000" y="2420000"/>
            <a:ext cx="20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Orphan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0000" y="2740000"/>
            <a:ext cx="24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Loose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
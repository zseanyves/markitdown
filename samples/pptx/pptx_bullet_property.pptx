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al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Goals</a:t>
            </a:r>
          </a:p>
        </p:txBody>
      </p:sp>
      <p:sp>
        <p:nvSpPr>
          <p:cNvPr id="172" name="Goal A…"/>
          <p:cNvSpPr txBox="1"/>
          <p:nvPr/>
        </p:nvSpPr>
        <p:spPr>
          <a:xfrm>
            <a:off x="1232853" y="7301362"/>
            <a:ext cx="2608784" cy="325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:r>
              <a:t>Goal A</a:t>
            </a:r>
          </a:p>
          <a:p>
            <a:pPr marL="609600" indent="-609600">
              <a:buSzPct val="123000"/>
              <a:buChar char="•"/>
            </a:pPr>
            <a:r>
              <a:t>Goal B</a:t>
            </a:r>
          </a:p>
          <a:p>
            <a:pPr marL="609600" indent="-609600">
              <a:buSzPct val="123000"/>
              <a:buChar char="•"/>
            </a:pPr>
            <a:r>
              <a:t>Goal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
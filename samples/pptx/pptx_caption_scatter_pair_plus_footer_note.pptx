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Scatter With Footer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350000"/>
            <a:ext cx="17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720000"/>
            <a:ext cx="23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Signal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0" y="1490000"/>
            <a:ext cx="17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0000" y="1860000"/>
            <a:ext cx="23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Noise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0000" y="2520000"/>
            <a:ext cx="22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Standalone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720000"/>
            <a:ext cx="7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Footer note: validate boundary handling.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
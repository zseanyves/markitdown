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Annotations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0000" y="165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0000" y="180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0" y="235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00" y="305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0000" y="315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3650000"/>
            <a:ext cx="160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
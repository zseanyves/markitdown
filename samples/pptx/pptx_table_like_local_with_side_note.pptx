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Benchmark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173736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3168" y="173736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3168" y="256032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/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520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/>
              <a:t>Best result highlighted.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
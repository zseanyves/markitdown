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00000"/>
            <a:ext cx="7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This is mixed slide text.</a:t>
            </a:r>
          </a:p>
        </p:txBody>
      </p:sp>
      <p:pic>
        <p:nvPicPr>
          <p:cNvPr id="3" name="Picture 2" descr="_tmp_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00" y="1400000"/>
            <a:ext cx="4200000" cy="262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
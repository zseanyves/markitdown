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0000" y="180000"/>
            <a:ext cx="78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Platform 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0000" y="1450000"/>
            <a:ext cx="25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Cloud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1838000"/>
            <a:ext cx="25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Managed hosting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2800000"/>
            <a:ext cx="25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On-prem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3188000"/>
            <a:ext cx="25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Customer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0000" y="1450000"/>
            <a:ext cx="25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Hybrid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00000" y="1838000"/>
            <a:ext cx="25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Split workloads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00000" y="2800000"/>
            <a:ext cx="25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Edge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00000" y="3188000"/>
            <a:ext cx="25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Low-latency inference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
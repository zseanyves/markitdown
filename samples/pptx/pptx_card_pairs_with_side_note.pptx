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180000"/>
            <a:ext cx="78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Deployment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130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73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Managed hosting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0000" y="130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On-prem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0000" y="173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Customer environment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80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Hybrid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23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Split workloads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0000" y="280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0000" y="323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Low-latency 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50000" y="3650000"/>
            <a:ext cx="22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Internal preview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
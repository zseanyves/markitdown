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Deployment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7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Managed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13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On-prem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0" y="17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Customer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2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Split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280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0" y="3230000"/>
            <a:ext cx="23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Low-latency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0000" y="3650000"/>
            <a:ext cx="22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Internal preview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
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xecution Plan"/>
          <p:cNvSpPr txBox="1"/>
          <p:nvPr>
            <p:ph type="ctrTitle"/>
          </p:nvPr>
        </p:nvSpPr>
        <p:spPr>
          <a:xfrm>
            <a:off x="6272105" y="-395298"/>
            <a:ext cx="21971005" cy="4648201"/>
          </a:xfrm>
          <a:prstGeom prst="rect">
            <a:avLst/>
          </a:prstGeom>
        </p:spPr>
        <p:txBody>
          <a:bodyPr/>
          <a:lstStyle/>
          <a:p>
            <a:pPr/>
            <a:r>
              <a:t>Execution Plan</a:t>
            </a:r>
          </a:p>
        </p:txBody>
      </p:sp>
      <p:sp>
        <p:nvSpPr>
          <p:cNvPr id="172" name="Phase1"/>
          <p:cNvSpPr txBox="1"/>
          <p:nvPr/>
        </p:nvSpPr>
        <p:spPr>
          <a:xfrm>
            <a:off x="1371006" y="6453784"/>
            <a:ext cx="21467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Phase1</a:t>
            </a:r>
          </a:p>
        </p:txBody>
      </p:sp>
      <p:sp>
        <p:nvSpPr>
          <p:cNvPr id="173" name="Phase2"/>
          <p:cNvSpPr txBox="1"/>
          <p:nvPr/>
        </p:nvSpPr>
        <p:spPr>
          <a:xfrm>
            <a:off x="18156592" y="6453784"/>
            <a:ext cx="21467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Phase2</a:t>
            </a:r>
          </a:p>
        </p:txBody>
      </p:sp>
      <p:sp>
        <p:nvSpPr>
          <p:cNvPr id="174" name="Phase3"/>
          <p:cNvSpPr txBox="1"/>
          <p:nvPr/>
        </p:nvSpPr>
        <p:spPr>
          <a:xfrm>
            <a:off x="1324955" y="8065569"/>
            <a:ext cx="21467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Phase3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
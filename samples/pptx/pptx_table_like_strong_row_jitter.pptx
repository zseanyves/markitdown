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2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Row Jitter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200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000" y="1200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0000" y="1200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202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000" y="2198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0" y="2201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199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000" y="3201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0" y="3198000"/>
            <a:ext cx="1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
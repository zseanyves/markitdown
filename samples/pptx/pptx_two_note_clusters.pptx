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18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70000"/>
            <a:ext cx="3000000" cy="3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Improved after cache warm-up.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0" y="3150000"/>
            <a:ext cx="18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0" y="3520000"/>
            <a:ext cx="2600000" cy="3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Best on English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
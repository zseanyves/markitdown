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180000"/>
            <a:ext cx="78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0000" y="1300000"/>
            <a:ext cx="1800000" cy="3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Latency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70000"/>
            <a:ext cx="3000000" cy="3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/>
            </a:pPr>
            <a:r>
              <a:t>Improved after cache warm-up.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0" y="3150000"/>
            <a:ext cx="1850000" cy="3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Coverage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0000" y="3520000"/>
            <a:ext cx="2600000" cy="3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/>
            </a:pPr>
            <a:r>
              <a:t>Best on English queries.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
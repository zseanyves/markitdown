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/>
              <a:t>Result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46304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46304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19456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19456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120ms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2608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92608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91%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
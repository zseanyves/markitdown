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latform.openai.com/docs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Hyperlink + Caption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Visit </a:t>
            </a:r>
            <a:r>
              <a:rPr>
                <a:hlinkClick r:id="rId2"/>
              </a:rPr>
              <a:t>OpenAI Docs</a:t>
            </a:r>
            <a:r>
              <a:t> for API details.</a:t>
            </a:r>
          </a:p>
        </p:txBody>
      </p:sp>
      <p:pic>
        <p:nvPicPr>
          <p:cNvPr id="5" name="Picture 4" descr="pptx_hyperlink_caption_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3657600" cy="195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548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Figure 1. Red sample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
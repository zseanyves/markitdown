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00000" y="180000"/>
            <a:ext cx="7800000" cy="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/>
            </a:pPr>
            <a:r>
              <a:t>Capability Cards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00000" y="1400000"/>
            <a:ext cx="1850000" cy="4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0000" y="2100000"/>
            <a:ext cx="2350000" cy="8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Fast retrieval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50000" y="1400000"/>
            <a:ext cx="1850000" cy="4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Vision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50000" y="2100000"/>
            <a:ext cx="2350000" cy="8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Image parsing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00000" y="1400000"/>
            <a:ext cx="1850000" cy="4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Agents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00000" y="2100000"/>
            <a:ext cx="2350000" cy="8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Task execution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
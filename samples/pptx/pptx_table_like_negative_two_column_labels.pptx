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498079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/>
            </a:pPr>
            <a:r>
              <a:t>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/>
            </a:pPr>
            <a:r>
              <a:t>Sales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901952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/>
            </a:pPr>
            <a:r>
              <a:t>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/>
            </a:pPr>
            <a:r>
              <a:t>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2999232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/>
            </a:pPr>
            <a:r>
              <a:t>Forecasting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/>
            </a:pPr>
            <a:r>
              <a:t>Triage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4096512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/>
            </a:pPr>
            <a:r>
              <a:t>Monitoring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
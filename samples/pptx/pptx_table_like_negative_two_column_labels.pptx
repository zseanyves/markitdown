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0" algn="l" defTabSz="2438337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b="0" baseline="0" cap="none" i="0" spc="0" strike="noStrike" sz="4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F0CC"/>
          </a:solidFill>
        </a:fill>
      </a:tcStyle>
    </a:wholeTbl>
    <a:band2H>
      <a:tcTxStyle b="def" i="def"/>
      <a:tcStyle>
        <a:tcBdr/>
        <a:fill>
          <a:solidFill>
            <a:srgbClr val="EAF8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CDDF"/>
          </a:solidFill>
        </a:fill>
      </a:tcStyle>
    </a:wholeTbl>
    <a:band2H>
      <a:tcTxStyle b="def" i="def"/>
      <a:tcStyle>
        <a:tcBdr/>
        <a:fill>
          <a:solidFill>
            <a:srgbClr val="FFE8F0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69" name="Shape 169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正文级别 1…"/>
          <p:cNvSpPr txBox="1"/>
          <p:nvPr>
            <p:ph type="body" sz="quarter" idx="1" hasCustomPrompt="1"/>
          </p:nvPr>
        </p:nvSpPr>
        <p:spPr>
          <a:xfrm>
            <a:off x="1201340" y="11859862"/>
            <a:ext cx="21971004" cy="636980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701675">
              <a:lnSpc>
                <a:spcPct val="100000"/>
              </a:lnSpc>
              <a:spcBef>
                <a:spcPts val="0"/>
              </a:spcBef>
              <a:buSzTx/>
              <a:buNone/>
              <a:defRPr b="1" sz="3000"/>
            </a:lvl1pPr>
            <a:lvl2pPr marL="990600" indent="-381000" defTabSz="701675">
              <a:lnSpc>
                <a:spcPct val="100000"/>
              </a:lnSpc>
              <a:spcBef>
                <a:spcPts val="0"/>
              </a:spcBef>
              <a:defRPr b="1" sz="3000"/>
            </a:lvl2pPr>
            <a:lvl3pPr marL="1600200" indent="-381000" defTabSz="701675">
              <a:lnSpc>
                <a:spcPct val="100000"/>
              </a:lnSpc>
              <a:spcBef>
                <a:spcPts val="0"/>
              </a:spcBef>
              <a:defRPr b="1" sz="3000"/>
            </a:lvl3pPr>
            <a:lvl4pPr marL="2209800" indent="-381000" defTabSz="701675">
              <a:lnSpc>
                <a:spcPct val="100000"/>
              </a:lnSpc>
              <a:spcBef>
                <a:spcPts val="0"/>
              </a:spcBef>
              <a:defRPr b="1" sz="3000"/>
            </a:lvl4pPr>
            <a:lvl5pPr marL="2819400" indent="-381000" defTabSz="701675">
              <a:lnSpc>
                <a:spcPct val="100000"/>
              </a:lnSpc>
              <a:spcBef>
                <a:spcPts val="0"/>
              </a:spcBef>
              <a:defRPr b="1" sz="3000"/>
            </a:lvl5pPr>
          </a:lstStyle>
          <a:p>
            <a:pPr/>
            <a:r>
              <a:t>作者和日期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" name="演示文稿标题"/>
          <p:cNvSpPr txBox="1"/>
          <p:nvPr>
            <p:ph type="title" hasCustomPrompt="1"/>
          </p:nvPr>
        </p:nvSpPr>
        <p:spPr>
          <a:xfrm>
            <a:off x="1206496" y="2574991"/>
            <a:ext cx="21971005" cy="4648202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演示文稿标题</a:t>
            </a:r>
          </a:p>
        </p:txBody>
      </p:sp>
      <p:sp>
        <p:nvSpPr>
          <p:cNvPr id="13" name="正文级别 1…"/>
          <p:cNvSpPr txBox="1"/>
          <p:nvPr>
            <p:ph type="body" sz="quarter" idx="21" hasCustomPrompt="1"/>
          </p:nvPr>
        </p:nvSpPr>
        <p:spPr>
          <a:xfrm>
            <a:off x="1201342" y="7223190"/>
            <a:ext cx="21971002" cy="1905002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演示文稿副标题</a:t>
            </a:r>
          </a:p>
        </p:txBody>
      </p:sp>
      <p:sp>
        <p:nvSpPr>
          <p:cNvPr id="14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标题与照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鳄梨和酸橙"/>
          <p:cNvSpPr/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22" name="演示文稿标题"/>
          <p:cNvSpPr txBox="1"/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pc="-232" sz="11600"/>
            </a:lvl1pPr>
          </a:lstStyle>
          <a:p>
            <a:pPr/>
            <a:r>
              <a:t>演示文稿标题</a:t>
            </a:r>
          </a:p>
        </p:txBody>
      </p:sp>
      <p:sp>
        <p:nvSpPr>
          <p:cNvPr id="23" name="正文级别 1…"/>
          <p:cNvSpPr txBox="1"/>
          <p:nvPr>
            <p:ph type="body" sz="quarter" idx="1" hasCustomPrompt="1"/>
          </p:nvPr>
        </p:nvSpPr>
        <p:spPr>
          <a:xfrm>
            <a:off x="1207690" y="1106137"/>
            <a:ext cx="21968621" cy="636980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701675">
              <a:lnSpc>
                <a:spcPct val="100000"/>
              </a:lnSpc>
              <a:spcBef>
                <a:spcPts val="0"/>
              </a:spcBef>
              <a:buSzTx/>
              <a:buNone/>
              <a:defRPr b="1" sz="3000"/>
            </a:lvl1pPr>
            <a:lvl2pPr marL="990600" indent="-381000" defTabSz="701675">
              <a:lnSpc>
                <a:spcPct val="100000"/>
              </a:lnSpc>
              <a:spcBef>
                <a:spcPts val="0"/>
              </a:spcBef>
              <a:defRPr b="1" sz="3000"/>
            </a:lvl2pPr>
            <a:lvl3pPr marL="1600200" indent="-381000" defTabSz="701675">
              <a:lnSpc>
                <a:spcPct val="100000"/>
              </a:lnSpc>
              <a:spcBef>
                <a:spcPts val="0"/>
              </a:spcBef>
              <a:defRPr b="1" sz="3000"/>
            </a:lvl3pPr>
            <a:lvl4pPr marL="2209800" indent="-381000" defTabSz="701675">
              <a:lnSpc>
                <a:spcPct val="100000"/>
              </a:lnSpc>
              <a:spcBef>
                <a:spcPts val="0"/>
              </a:spcBef>
              <a:defRPr b="1" sz="3000"/>
            </a:lvl4pPr>
            <a:lvl5pPr marL="2819400" indent="-381000" defTabSz="701675">
              <a:lnSpc>
                <a:spcPct val="100000"/>
              </a:lnSpc>
              <a:spcBef>
                <a:spcPts val="0"/>
              </a:spcBef>
              <a:defRPr b="1" sz="3000"/>
            </a:lvl5pPr>
          </a:lstStyle>
          <a:p>
            <a:pPr/>
            <a:r>
              <a:t>作者和日期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24" name="正文级别 1…"/>
          <p:cNvSpPr txBox="1"/>
          <p:nvPr>
            <p:ph type="body" sz="quarter" idx="22" hasCustomPrompt="1"/>
          </p:nvPr>
        </p:nvSpPr>
        <p:spPr>
          <a:xfrm>
            <a:off x="1206500" y="11609909"/>
            <a:ext cx="21971000" cy="1116953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</a:lstStyle>
          <a:p>
            <a:pPr/>
            <a:r>
              <a:t>演示文稿副标题</a:t>
            </a:r>
          </a:p>
        </p:txBody>
      </p:sp>
      <p:sp>
        <p:nvSpPr>
          <p:cNvPr id="25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标题与照片（备选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一碗三文鱼饼、沙拉和鹰嘴豆泥"/>
          <p:cNvSpPr/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33" name="幻灯片标题"/>
          <p:cNvSpPr txBox="1"/>
          <p:nvPr>
            <p:ph type="title" hasCustomPrompt="1"/>
          </p:nvPr>
        </p:nvSpPr>
        <p:spPr>
          <a:xfrm>
            <a:off x="1206500" y="1270000"/>
            <a:ext cx="9779000" cy="5882274"/>
          </a:xfrm>
          <a:prstGeom prst="rect">
            <a:avLst/>
          </a:prstGeom>
        </p:spPr>
        <p:txBody>
          <a:bodyPr anchor="b"/>
          <a:lstStyle/>
          <a:p>
            <a:pPr/>
            <a:r>
              <a:t>幻灯片标题</a:t>
            </a:r>
          </a:p>
        </p:txBody>
      </p:sp>
      <p:sp>
        <p:nvSpPr>
          <p:cNvPr id="34" name="正文级别 1…"/>
          <p:cNvSpPr txBox="1"/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1pPr>
            <a:lvl2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2pPr>
            <a:lvl3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3pPr>
            <a:lvl4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4pPr>
            <a:lvl5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b="1" sz="5500"/>
            </a:lvl5pPr>
          </a:lstStyle>
          <a:p>
            <a:pPr/>
            <a:r>
              <a:t>幻灯片副标题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幻灯片编号"/>
          <p:cNvSpPr txBox="1"/>
          <p:nvPr>
            <p:ph type="sldNum" sz="quarter" idx="2"/>
          </p:nvPr>
        </p:nvSpPr>
        <p:spPr>
          <a:xfrm>
            <a:off x="12001500" y="13085233"/>
            <a:ext cx="368504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标题与项目符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幻灯片标题"/>
          <p:cNvSpPr txBox="1"/>
          <p:nvPr>
            <p:ph type="title" hasCustomPrompt="1"/>
          </p:nvPr>
        </p:nvSpPr>
        <p:spPr>
          <a:xfrm>
            <a:off x="1206500" y="1079500"/>
            <a:ext cx="21971000" cy="1433164"/>
          </a:xfrm>
          <a:prstGeom prst="rect">
            <a:avLst/>
          </a:prstGeom>
        </p:spPr>
        <p:txBody>
          <a:bodyPr/>
          <a:lstStyle/>
          <a:p>
            <a:pPr/>
            <a:r>
              <a:t>幻灯片标题</a:t>
            </a:r>
          </a:p>
        </p:txBody>
      </p:sp>
      <p:sp>
        <p:nvSpPr>
          <p:cNvPr id="43" name="正文级别 1…"/>
          <p:cNvSpPr txBox="1"/>
          <p:nvPr>
            <p:ph type="body" sz="quarter" idx="1" hasCustomPrompt="1"/>
          </p:nvPr>
        </p:nvSpPr>
        <p:spPr>
          <a:xfrm>
            <a:off x="1206500" y="2372961"/>
            <a:ext cx="21971000" cy="9347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726440">
              <a:lnSpc>
                <a:spcPct val="100000"/>
              </a:lnSpc>
              <a:spcBef>
                <a:spcPts val="0"/>
              </a:spcBef>
              <a:buSzTx/>
              <a:buNone/>
              <a:defRPr b="1"/>
            </a:lvl1pPr>
            <a:lvl2pPr defTabSz="726440">
              <a:lnSpc>
                <a:spcPct val="100000"/>
              </a:lnSpc>
              <a:spcBef>
                <a:spcPts val="0"/>
              </a:spcBef>
              <a:defRPr b="1"/>
            </a:lvl2pPr>
            <a:lvl3pPr defTabSz="726440">
              <a:lnSpc>
                <a:spcPct val="100000"/>
              </a:lnSpc>
              <a:spcBef>
                <a:spcPts val="0"/>
              </a:spcBef>
              <a:defRPr b="1"/>
            </a:lvl3pPr>
            <a:lvl4pPr defTabSz="726440">
              <a:lnSpc>
                <a:spcPct val="100000"/>
              </a:lnSpc>
              <a:spcBef>
                <a:spcPts val="0"/>
              </a:spcBef>
              <a:defRPr b="1"/>
            </a:lvl4pPr>
            <a:lvl5pPr defTabSz="726440">
              <a:lnSpc>
                <a:spcPct val="100000"/>
              </a:lnSpc>
              <a:spcBef>
                <a:spcPts val="0"/>
              </a:spcBef>
              <a:defRPr b="1"/>
            </a:lvl5pPr>
          </a:lstStyle>
          <a:p>
            <a:pPr/>
            <a:r>
              <a:t>幻灯片副标题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4" name="正文级别 1…"/>
          <p:cNvSpPr txBox="1"/>
          <p:nvPr>
            <p:ph type="body" idx="21" hasCustomPrompt="1"/>
          </p:nvPr>
        </p:nvSpPr>
        <p:spPr>
          <a:xfrm>
            <a:off x="1206500" y="4248503"/>
            <a:ext cx="21971000" cy="8256014"/>
          </a:xfrm>
          <a:prstGeom prst="rect">
            <a:avLst/>
          </a:prstGeom>
        </p:spPr>
        <p:txBody>
          <a:bodyPr numCol="1" spcCol="38100"/>
          <a:lstStyle/>
          <a:p>
            <a:pPr/>
            <a:r>
              <a:t>幻灯片项目符号文本</a:t>
            </a:r>
          </a:p>
        </p:txBody>
      </p:sp>
      <p:sp>
        <p:nvSpPr>
          <p:cNvPr id="45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项目符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正文级别 1…"/>
          <p:cNvSpPr txBox="1"/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幻灯片项目符号文本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3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标题、项目符号与照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正文级别 1…"/>
          <p:cNvSpPr txBox="1"/>
          <p:nvPr>
            <p:ph type="body" sz="quarter" idx="1" hasCustomPrompt="1"/>
          </p:nvPr>
        </p:nvSpPr>
        <p:spPr>
          <a:xfrm>
            <a:off x="1206500" y="2372961"/>
            <a:ext cx="9779000" cy="9347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726440">
              <a:lnSpc>
                <a:spcPct val="100000"/>
              </a:lnSpc>
              <a:spcBef>
                <a:spcPts val="0"/>
              </a:spcBef>
              <a:buSzTx/>
              <a:buNone/>
              <a:defRPr b="1"/>
            </a:lvl1pPr>
            <a:lvl2pPr defTabSz="726440">
              <a:lnSpc>
                <a:spcPct val="100000"/>
              </a:lnSpc>
              <a:spcBef>
                <a:spcPts val="0"/>
              </a:spcBef>
              <a:defRPr b="1"/>
            </a:lvl2pPr>
            <a:lvl3pPr defTabSz="726440">
              <a:lnSpc>
                <a:spcPct val="100000"/>
              </a:lnSpc>
              <a:spcBef>
                <a:spcPts val="0"/>
              </a:spcBef>
              <a:defRPr b="1"/>
            </a:lvl3pPr>
            <a:lvl4pPr defTabSz="726440">
              <a:lnSpc>
                <a:spcPct val="100000"/>
              </a:lnSpc>
              <a:spcBef>
                <a:spcPts val="0"/>
              </a:spcBef>
              <a:defRPr b="1"/>
            </a:lvl4pPr>
            <a:lvl5pPr defTabSz="726440">
              <a:lnSpc>
                <a:spcPct val="100000"/>
              </a:lnSpc>
              <a:spcBef>
                <a:spcPts val="0"/>
              </a:spcBef>
              <a:defRPr b="1"/>
            </a:lvl5pPr>
          </a:lstStyle>
          <a:p>
            <a:pPr/>
            <a:r>
              <a:t>幻灯片副标题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1" name="正文级别 1…"/>
          <p:cNvSpPr txBox="1"/>
          <p:nvPr>
            <p:ph type="body" sz="half" idx="21" hasCustomPrompt="1"/>
          </p:nvPr>
        </p:nvSpPr>
        <p:spPr>
          <a:xfrm>
            <a:off x="1206500" y="4248503"/>
            <a:ext cx="9779000" cy="8256631"/>
          </a:xfrm>
          <a:prstGeom prst="rect">
            <a:avLst/>
          </a:prstGeom>
        </p:spPr>
        <p:txBody>
          <a:bodyPr numCol="1" spcCol="38100"/>
          <a:lstStyle/>
          <a:p>
            <a:pPr/>
            <a:r>
              <a:t>幻灯片项目符号文本</a:t>
            </a:r>
          </a:p>
        </p:txBody>
      </p:sp>
      <p:sp>
        <p:nvSpPr>
          <p:cNvPr id="62" name="一碗宽意大利面配有欧芹黄油、烤榛子和帕尔马干酪"/>
          <p:cNvSpPr/>
          <p:nvPr>
            <p:ph type="pic" idx="22"/>
          </p:nvPr>
        </p:nvSpPr>
        <p:spPr>
          <a:xfrm>
            <a:off x="12192000" y="-407266"/>
            <a:ext cx="10916874" cy="14555833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63" name="幻灯片标题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幻灯片标题</a:t>
            </a:r>
          </a:p>
        </p:txBody>
      </p:sp>
      <p:sp>
        <p:nvSpPr>
          <p:cNvPr id="64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标题、项目符号与实时视频（小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正文级别 1…"/>
          <p:cNvSpPr txBox="1"/>
          <p:nvPr>
            <p:ph type="body" sz="quarter" idx="1" hasCustomPrompt="1"/>
          </p:nvPr>
        </p:nvSpPr>
        <p:spPr>
          <a:xfrm>
            <a:off x="1206500" y="2372961"/>
            <a:ext cx="9779000" cy="9347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726440">
              <a:lnSpc>
                <a:spcPct val="100000"/>
              </a:lnSpc>
              <a:spcBef>
                <a:spcPts val="0"/>
              </a:spcBef>
              <a:buSzTx/>
              <a:buNone/>
              <a:defRPr b="1"/>
            </a:lvl1pPr>
            <a:lvl2pPr defTabSz="726440">
              <a:lnSpc>
                <a:spcPct val="100000"/>
              </a:lnSpc>
              <a:spcBef>
                <a:spcPts val="0"/>
              </a:spcBef>
              <a:defRPr b="1"/>
            </a:lvl2pPr>
            <a:lvl3pPr defTabSz="726440">
              <a:lnSpc>
                <a:spcPct val="100000"/>
              </a:lnSpc>
              <a:spcBef>
                <a:spcPts val="0"/>
              </a:spcBef>
              <a:defRPr b="1"/>
            </a:lvl3pPr>
            <a:lvl4pPr defTabSz="726440">
              <a:lnSpc>
                <a:spcPct val="100000"/>
              </a:lnSpc>
              <a:spcBef>
                <a:spcPts val="0"/>
              </a:spcBef>
              <a:defRPr b="1"/>
            </a:lvl4pPr>
            <a:lvl5pPr defTabSz="726440">
              <a:lnSpc>
                <a:spcPct val="100000"/>
              </a:lnSpc>
              <a:spcBef>
                <a:spcPts val="0"/>
              </a:spcBef>
              <a:defRPr b="1"/>
            </a:lvl5pPr>
          </a:lstStyle>
          <a:p>
            <a:pPr/>
            <a:r>
              <a:t>幻灯片副标题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72" name="正文级别 1…"/>
          <p:cNvSpPr txBox="1"/>
          <p:nvPr>
            <p:ph type="body" sz="half" idx="21" hasCustomPrompt="1"/>
          </p:nvPr>
        </p:nvSpPr>
        <p:spPr>
          <a:xfrm>
            <a:off x="1206500" y="4248503"/>
            <a:ext cx="9779000" cy="8256631"/>
          </a:xfrm>
          <a:prstGeom prst="rect">
            <a:avLst/>
          </a:prstGeom>
        </p:spPr>
        <p:txBody>
          <a:bodyPr numCol="1" spcCol="38100"/>
          <a:lstStyle/>
          <a:p>
            <a:pPr/>
            <a:r>
              <a:t>幻灯片项目符号文本</a:t>
            </a:r>
          </a:p>
        </p:txBody>
      </p:sp>
      <p:sp>
        <p:nvSpPr>
          <p:cNvPr id="73" name="幻灯片标题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幻灯片标题</a:t>
            </a:r>
          </a:p>
        </p:txBody>
      </p:sp>
      <p:sp>
        <p:nvSpPr>
          <p:cNvPr id="74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标题、项目符号与实时视频（大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正文级别 1…"/>
          <p:cNvSpPr txBox="1"/>
          <p:nvPr>
            <p:ph type="body" sz="quarter" idx="1" hasCustomPrompt="1"/>
          </p:nvPr>
        </p:nvSpPr>
        <p:spPr>
          <a:xfrm>
            <a:off x="1206500" y="2372961"/>
            <a:ext cx="9779000" cy="9347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726440">
              <a:lnSpc>
                <a:spcPct val="100000"/>
              </a:lnSpc>
              <a:spcBef>
                <a:spcPts val="0"/>
              </a:spcBef>
              <a:buSzTx/>
              <a:buNone/>
              <a:defRPr b="1"/>
            </a:lvl1pPr>
            <a:lvl2pPr defTabSz="726440">
              <a:lnSpc>
                <a:spcPct val="100000"/>
              </a:lnSpc>
              <a:spcBef>
                <a:spcPts val="0"/>
              </a:spcBef>
              <a:defRPr b="1"/>
            </a:lvl2pPr>
            <a:lvl3pPr defTabSz="726440">
              <a:lnSpc>
                <a:spcPct val="100000"/>
              </a:lnSpc>
              <a:spcBef>
                <a:spcPts val="0"/>
              </a:spcBef>
              <a:defRPr b="1"/>
            </a:lvl3pPr>
            <a:lvl4pPr defTabSz="726440">
              <a:lnSpc>
                <a:spcPct val="100000"/>
              </a:lnSpc>
              <a:spcBef>
                <a:spcPts val="0"/>
              </a:spcBef>
              <a:defRPr b="1"/>
            </a:lvl4pPr>
            <a:lvl5pPr defTabSz="726440">
              <a:lnSpc>
                <a:spcPct val="100000"/>
              </a:lnSpc>
              <a:spcBef>
                <a:spcPts val="0"/>
              </a:spcBef>
              <a:defRPr b="1"/>
            </a:lvl5pPr>
          </a:lstStyle>
          <a:p>
            <a:pPr/>
            <a:r>
              <a:t>幻灯片副标题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82" name="正文级别 1…"/>
          <p:cNvSpPr txBox="1"/>
          <p:nvPr>
            <p:ph type="body" sz="half" idx="21" hasCustomPrompt="1"/>
          </p:nvPr>
        </p:nvSpPr>
        <p:spPr>
          <a:xfrm>
            <a:off x="1206500" y="4248503"/>
            <a:ext cx="9779000" cy="8256631"/>
          </a:xfrm>
          <a:prstGeom prst="rect">
            <a:avLst/>
          </a:prstGeom>
        </p:spPr>
        <p:txBody>
          <a:bodyPr numCol="1" spcCol="38100"/>
          <a:lstStyle/>
          <a:p>
            <a:pPr/>
            <a:r>
              <a:t>幻灯片项目符号文本</a:t>
            </a:r>
          </a:p>
        </p:txBody>
      </p:sp>
      <p:sp>
        <p:nvSpPr>
          <p:cNvPr id="83" name="幻灯片标题"/>
          <p:cNvSpPr txBox="1"/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pPr/>
            <a:r>
              <a:t>幻灯片标题</a:t>
            </a:r>
          </a:p>
        </p:txBody>
      </p:sp>
      <p:sp>
        <p:nvSpPr>
          <p:cNvPr id="84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章节标题"/>
          <p:cNvSpPr txBox="1"/>
          <p:nvPr>
            <p:ph type="title" hasCustomPrompt="1"/>
          </p:nvPr>
        </p:nvSpPr>
        <p:spPr>
          <a:xfrm>
            <a:off x="1206496" y="4533900"/>
            <a:ext cx="21971005" cy="4648200"/>
          </a:xfrm>
          <a:prstGeom prst="rect">
            <a:avLst/>
          </a:prstGeom>
        </p:spPr>
        <p:txBody>
          <a:bodyPr anchor="ctr"/>
          <a:lstStyle>
            <a:lvl1pPr>
              <a:defRPr b="0"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章节标题</a:t>
            </a:r>
          </a:p>
        </p:txBody>
      </p:sp>
      <p:sp>
        <p:nvSpPr>
          <p:cNvPr id="92" name="幻灯片编号"/>
          <p:cNvSpPr txBox="1"/>
          <p:nvPr>
            <p:ph type="sldNum" sz="quarter" idx="2"/>
          </p:nvPr>
        </p:nvSpPr>
        <p:spPr>
          <a:xfrm>
            <a:off x="12001500" y="13085233"/>
            <a:ext cx="368504" cy="374600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幻灯片标题"/>
          <p:cNvSpPr txBox="1"/>
          <p:nvPr>
            <p:ph type="title" hasCustomPrompt="1"/>
          </p:nvPr>
        </p:nvSpPr>
        <p:spPr>
          <a:xfrm>
            <a:off x="1206500" y="1079500"/>
            <a:ext cx="21971000" cy="1434950"/>
          </a:xfrm>
          <a:prstGeom prst="rect">
            <a:avLst/>
          </a:prstGeom>
        </p:spPr>
        <p:txBody>
          <a:bodyPr/>
          <a:lstStyle/>
          <a:p>
            <a:pPr/>
            <a:r>
              <a:t>幻灯片标题</a:t>
            </a:r>
          </a:p>
        </p:txBody>
      </p:sp>
      <p:sp>
        <p:nvSpPr>
          <p:cNvPr id="100" name="正文级别 1…"/>
          <p:cNvSpPr txBox="1"/>
          <p:nvPr>
            <p:ph type="body" sz="quarter" idx="1" hasCustomPrompt="1"/>
          </p:nvPr>
        </p:nvSpPr>
        <p:spPr>
          <a:xfrm>
            <a:off x="1206500" y="2372961"/>
            <a:ext cx="21971000" cy="9347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726440">
              <a:lnSpc>
                <a:spcPct val="100000"/>
              </a:lnSpc>
              <a:spcBef>
                <a:spcPts val="0"/>
              </a:spcBef>
              <a:buSzTx/>
              <a:buNone/>
              <a:defRPr b="1"/>
            </a:lvl1pPr>
            <a:lvl2pPr defTabSz="726440">
              <a:lnSpc>
                <a:spcPct val="100000"/>
              </a:lnSpc>
              <a:spcBef>
                <a:spcPts val="0"/>
              </a:spcBef>
              <a:defRPr b="1"/>
            </a:lvl2pPr>
            <a:lvl3pPr defTabSz="726440">
              <a:lnSpc>
                <a:spcPct val="100000"/>
              </a:lnSpc>
              <a:spcBef>
                <a:spcPts val="0"/>
              </a:spcBef>
              <a:defRPr b="1"/>
            </a:lvl3pPr>
            <a:lvl4pPr defTabSz="726440">
              <a:lnSpc>
                <a:spcPct val="100000"/>
              </a:lnSpc>
              <a:spcBef>
                <a:spcPts val="0"/>
              </a:spcBef>
              <a:defRPr b="1"/>
            </a:lvl4pPr>
            <a:lvl5pPr defTabSz="726440">
              <a:lnSpc>
                <a:spcPct val="100000"/>
              </a:lnSpc>
              <a:spcBef>
                <a:spcPts val="0"/>
              </a:spcBef>
              <a:defRPr b="1"/>
            </a:lvl5pPr>
          </a:lstStyle>
          <a:p>
            <a:pPr/>
            <a:r>
              <a:t>幻灯片副标题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01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议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议程标题"/>
          <p:cNvSpPr txBox="1"/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pPr/>
            <a:r>
              <a:t>议程标题</a:t>
            </a:r>
          </a:p>
        </p:txBody>
      </p:sp>
      <p:sp>
        <p:nvSpPr>
          <p:cNvPr id="109" name="正文级别 1…"/>
          <p:cNvSpPr txBox="1"/>
          <p:nvPr>
            <p:ph type="body" sz="quarter" idx="1" hasCustomPrompt="1"/>
          </p:nvPr>
        </p:nvSpPr>
        <p:spPr>
          <a:xfrm>
            <a:off x="1206500" y="2372961"/>
            <a:ext cx="21971000" cy="934781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726440">
              <a:lnSpc>
                <a:spcPct val="100000"/>
              </a:lnSpc>
              <a:spcBef>
                <a:spcPts val="0"/>
              </a:spcBef>
              <a:buSzTx/>
              <a:buNone/>
              <a:defRPr b="1"/>
            </a:lvl1pPr>
            <a:lvl2pPr defTabSz="726440">
              <a:lnSpc>
                <a:spcPct val="100000"/>
              </a:lnSpc>
              <a:spcBef>
                <a:spcPts val="0"/>
              </a:spcBef>
              <a:defRPr b="1"/>
            </a:lvl2pPr>
            <a:lvl3pPr defTabSz="726440">
              <a:lnSpc>
                <a:spcPct val="100000"/>
              </a:lnSpc>
              <a:spcBef>
                <a:spcPts val="0"/>
              </a:spcBef>
              <a:defRPr b="1"/>
            </a:lvl3pPr>
            <a:lvl4pPr defTabSz="726440">
              <a:lnSpc>
                <a:spcPct val="100000"/>
              </a:lnSpc>
              <a:spcBef>
                <a:spcPts val="0"/>
              </a:spcBef>
              <a:defRPr b="1"/>
            </a:lvl4pPr>
            <a:lvl5pPr defTabSz="726440">
              <a:lnSpc>
                <a:spcPct val="100000"/>
              </a:lnSpc>
              <a:spcBef>
                <a:spcPts val="0"/>
              </a:spcBef>
              <a:defRPr b="1"/>
            </a:lvl5pPr>
          </a:lstStyle>
          <a:p>
            <a:pPr/>
            <a:r>
              <a:t>议程副标题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0" name="正文级别 1…"/>
          <p:cNvSpPr txBox="1"/>
          <p:nvPr>
            <p:ph type="body" idx="21" hasCustomPrompt="1"/>
          </p:nvPr>
        </p:nvSpPr>
        <p:spPr>
          <a:xfrm>
            <a:off x="1206500" y="4248503"/>
            <a:ext cx="21971000" cy="8256014"/>
          </a:xfrm>
          <a:prstGeom prst="rect">
            <a:avLst/>
          </a:prstGeom>
        </p:spPr>
        <p:txBody>
          <a:bodyPr numCol="1" spcCol="38100"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pc="-99" sz="5500"/>
            </a:lvl1pPr>
          </a:lstStyle>
          <a:p>
            <a:pPr/>
            <a:r>
              <a:t>议程主题</a:t>
            </a:r>
          </a:p>
        </p:txBody>
      </p:sp>
      <p:sp>
        <p:nvSpPr>
          <p:cNvPr id="111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说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正文级别 1…"/>
          <p:cNvSpPr txBox="1"/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numCol="1" spcCol="38100"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pPr/>
            <a:r>
              <a:t>说明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19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显著事实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正文级别 1…"/>
          <p:cNvSpPr txBox="1"/>
          <p:nvPr>
            <p:ph type="body" idx="1" hasCustomPrompt="1"/>
          </p:nvPr>
        </p:nvSpPr>
        <p:spPr>
          <a:xfrm>
            <a:off x="1206500" y="1075926"/>
            <a:ext cx="21971000" cy="7241586"/>
          </a:xfrm>
          <a:prstGeom prst="rect">
            <a:avLst/>
          </a:prstGeom>
        </p:spPr>
        <p:txBody>
          <a:bodyPr numCol="1" spcCol="38100"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1pPr>
            <a:lvl2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2pPr>
            <a:lvl3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3pPr>
            <a:lvl4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4pPr>
            <a:lvl5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b="1" spc="-250" sz="25000"/>
            </a:lvl5pPr>
          </a:lstStyle>
          <a:p>
            <a:pPr/>
            <a:r>
              <a:t>100%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7" name="事实信息"/>
          <p:cNvSpPr txBox="1"/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algn="ctr" defTabSz="726440">
              <a:lnSpc>
                <a:spcPct val="100000"/>
              </a:lnSpc>
              <a:spcBef>
                <a:spcPts val="0"/>
              </a:spcBef>
              <a:buSzTx/>
              <a:buNone/>
              <a:defRPr b="1"/>
            </a:lvl1pPr>
          </a:lstStyle>
          <a:p>
            <a:pPr/>
            <a:r>
              <a:t>事实信息</a:t>
            </a:r>
          </a:p>
        </p:txBody>
      </p:sp>
      <p:sp>
        <p:nvSpPr>
          <p:cNvPr id="128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引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正文级别 1…"/>
          <p:cNvSpPr txBox="1"/>
          <p:nvPr>
            <p:ph type="body" sz="quarter" idx="1" hasCustomPrompt="1"/>
          </p:nvPr>
        </p:nvSpPr>
        <p:spPr>
          <a:xfrm>
            <a:off x="2430024" y="10675453"/>
            <a:ext cx="20200054" cy="636980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0" indent="0" defTabSz="701675">
              <a:lnSpc>
                <a:spcPct val="100000"/>
              </a:lnSpc>
              <a:spcBef>
                <a:spcPts val="0"/>
              </a:spcBef>
              <a:buSzTx/>
              <a:buNone/>
              <a:defRPr b="1" sz="3000"/>
            </a:lvl1pPr>
            <a:lvl2pPr marL="990600" indent="-381000" defTabSz="701675">
              <a:lnSpc>
                <a:spcPct val="100000"/>
              </a:lnSpc>
              <a:spcBef>
                <a:spcPts val="0"/>
              </a:spcBef>
              <a:defRPr b="1" sz="3000"/>
            </a:lvl2pPr>
            <a:lvl3pPr marL="1600200" indent="-381000" defTabSz="701675">
              <a:lnSpc>
                <a:spcPct val="100000"/>
              </a:lnSpc>
              <a:spcBef>
                <a:spcPts val="0"/>
              </a:spcBef>
              <a:defRPr b="1" sz="3000"/>
            </a:lvl3pPr>
            <a:lvl4pPr marL="2209800" indent="-381000" defTabSz="701675">
              <a:lnSpc>
                <a:spcPct val="100000"/>
              </a:lnSpc>
              <a:spcBef>
                <a:spcPts val="0"/>
              </a:spcBef>
              <a:defRPr b="1" sz="3000"/>
            </a:lvl4pPr>
            <a:lvl5pPr marL="2819400" indent="-381000" defTabSz="701675">
              <a:lnSpc>
                <a:spcPct val="100000"/>
              </a:lnSpc>
              <a:spcBef>
                <a:spcPts val="0"/>
              </a:spcBef>
              <a:defRPr b="1" sz="3000"/>
            </a:lvl5pPr>
          </a:lstStyle>
          <a:p>
            <a:pPr/>
            <a:r>
              <a:t>出自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36" name="正文级别 1…"/>
          <p:cNvSpPr txBox="1"/>
          <p:nvPr>
            <p:ph type="body" sz="half" idx="21" hasCustomPrompt="1"/>
          </p:nvPr>
        </p:nvSpPr>
        <p:spPr>
          <a:xfrm>
            <a:off x="1753923" y="4939860"/>
            <a:ext cx="20876154" cy="3836281"/>
          </a:xfrm>
          <a:prstGeom prst="rect">
            <a:avLst/>
          </a:prstGeom>
        </p:spPr>
        <p:txBody>
          <a:bodyPr numCol="1" spcCol="38100"/>
          <a:lstStyle>
            <a:lvl1pPr marL="469900" indent="-300876">
              <a:spcBef>
                <a:spcPts val="0"/>
              </a:spcBef>
              <a:buSzTx/>
              <a:buNone/>
              <a:defRPr spc="-200" sz="85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“著名引文”</a:t>
            </a:r>
          </a:p>
        </p:txBody>
      </p:sp>
      <p:sp>
        <p:nvSpPr>
          <p:cNvPr id="137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照片 - 3 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一碗沙拉配有炒饭、水煮蛋和一双筷子"/>
          <p:cNvSpPr/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145" name="一碗三文鱼饼、沙拉和鹰嘴豆泥"/>
          <p:cNvSpPr/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146" name="一碗宽意大利面配有欧芹黄油、烤榛子和帕尔马干酪"/>
          <p:cNvSpPr/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147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照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一碗沙拉配有炒饭、水煮蛋和一双筷子"/>
          <p:cNvSpPr/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 numCol="1" spcCol="38100">
            <a:noAutofit/>
          </a:bodyPr>
          <a:lstStyle/>
          <a:p>
            <a:pPr/>
          </a:p>
        </p:txBody>
      </p:sp>
      <p:sp>
        <p:nvSpPr>
          <p:cNvPr id="155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文级别 1…"/>
          <p:cNvSpPr txBox="1"/>
          <p:nvPr>
            <p:ph type="body" idx="1" hasCustomPrompt="1"/>
          </p:nvPr>
        </p:nvSpPr>
        <p:spPr>
          <a:xfrm>
            <a:off x="1206500" y="4248503"/>
            <a:ext cx="21971000" cy="82560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 numCol="2" spcCol="1098550">
            <a:normAutofit fontScale="100000" lnSpcReduction="0"/>
          </a:bodyPr>
          <a:lstStyle/>
          <a:p>
            <a:pPr/>
            <a:r>
              <a:t>幻灯片项目符号文本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" name="标题文本"/>
          <p:cNvSpPr txBox="1"/>
          <p:nvPr>
            <p:ph type="title"/>
          </p:nvPr>
        </p:nvSpPr>
        <p:spPr>
          <a:xfrm>
            <a:off x="3653366" y="2743200"/>
            <a:ext cx="19507201" cy="15053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800" tIns="50800" rIns="50800" bIns="50800">
            <a:normAutofit fontScale="100000" lnSpcReduction="0"/>
          </a:bodyPr>
          <a:lstStyle/>
          <a:p>
            <a:pPr/>
            <a:r>
              <a:t>标题文本</a:t>
            </a:r>
          </a:p>
        </p:txBody>
      </p:sp>
      <p:sp>
        <p:nvSpPr>
          <p:cNvPr id="4" name="幻灯片编号"/>
          <p:cNvSpPr txBox="1"/>
          <p:nvPr>
            <p:ph type="sldNum" sz="quarter" idx="2"/>
          </p:nvPr>
        </p:nvSpPr>
        <p:spPr>
          <a:xfrm>
            <a:off x="12001500" y="13080999"/>
            <a:ext cx="368504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transition xmlns:p14="http://schemas.microsoft.com/office/powerpoint/2010/main" spd="med" advClick="1"/>
  <p:txStyles>
    <p:titleStyle>
      <a:lvl1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0" algn="l" defTabSz="2438337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-170" strike="noStrike" sz="85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7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b="0" baseline="0" cap="none" i="0" spc="0" strike="noStrike" sz="4800" u="none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Use Cases"/>
          <p:cNvSpPr txBox="1"/>
          <p:nvPr>
            <p:ph type="title"/>
          </p:nvPr>
        </p:nvSpPr>
        <p:spPr>
          <a:xfrm>
            <a:off x="1206497" y="-1523549"/>
            <a:ext cx="21971006" cy="4648203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Use Cases</a:t>
            </a:r>
          </a:p>
        </p:txBody>
      </p:sp>
      <p:sp>
        <p:nvSpPr>
          <p:cNvPr id="172" name="Sales"/>
          <p:cNvSpPr txBox="1"/>
          <p:nvPr/>
        </p:nvSpPr>
        <p:spPr>
          <a:xfrm>
            <a:off x="1704631" y="4013081"/>
            <a:ext cx="1604164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/>
            <a:r>
              <a:t>Sales</a:t>
            </a:r>
          </a:p>
        </p:txBody>
      </p:sp>
      <p:sp>
        <p:nvSpPr>
          <p:cNvPr id="173" name="Support"/>
          <p:cNvSpPr txBox="1"/>
          <p:nvPr/>
        </p:nvSpPr>
        <p:spPr>
          <a:xfrm>
            <a:off x="1348625" y="5030685"/>
            <a:ext cx="2316177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/>
            <a:r>
              <a:t>Support</a:t>
            </a:r>
          </a:p>
        </p:txBody>
      </p:sp>
      <p:sp>
        <p:nvSpPr>
          <p:cNvPr id="174" name="Ops"/>
          <p:cNvSpPr txBox="1"/>
          <p:nvPr/>
        </p:nvSpPr>
        <p:spPr>
          <a:xfrm>
            <a:off x="1884769" y="6048288"/>
            <a:ext cx="1243889" cy="8084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/>
            <a:r>
              <a:t>Ops</a:t>
            </a:r>
          </a:p>
        </p:txBody>
      </p:sp>
      <p:sp>
        <p:nvSpPr>
          <p:cNvPr id="175" name="Forecasting"/>
          <p:cNvSpPr txBox="1"/>
          <p:nvPr/>
        </p:nvSpPr>
        <p:spPr>
          <a:xfrm>
            <a:off x="4907628" y="5030684"/>
            <a:ext cx="3309215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/>
            <a:r>
              <a:t>Forecasting</a:t>
            </a:r>
          </a:p>
        </p:txBody>
      </p:sp>
      <p:sp>
        <p:nvSpPr>
          <p:cNvPr id="176" name="Triage"/>
          <p:cNvSpPr txBox="1"/>
          <p:nvPr/>
        </p:nvSpPr>
        <p:spPr>
          <a:xfrm>
            <a:off x="5686697" y="6048288"/>
            <a:ext cx="1751077" cy="8084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/>
            <a:r>
              <a:t>Triage</a:t>
            </a:r>
          </a:p>
        </p:txBody>
      </p:sp>
      <p:sp>
        <p:nvSpPr>
          <p:cNvPr id="177" name="Monitoring"/>
          <p:cNvSpPr txBox="1"/>
          <p:nvPr/>
        </p:nvSpPr>
        <p:spPr>
          <a:xfrm>
            <a:off x="5042959" y="7065892"/>
            <a:ext cx="3038553" cy="808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/>
            <a:r>
              <a:t>Monitoring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7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7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7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 upright="0">
        <a:spAutoFit/>
      </a:bodyPr>
      <a:lstStyle>
        <a:defPPr marL="0" marR="0" indent="0" algn="l" defTabSz="2438337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4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
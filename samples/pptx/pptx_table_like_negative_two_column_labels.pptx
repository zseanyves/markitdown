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Use Cases"/>
          <p:cNvSpPr txBox="1"/>
          <p:nvPr>
            <p:ph type="ctrTitle"/>
          </p:nvPr>
        </p:nvSpPr>
        <p:spPr>
          <a:xfrm>
            <a:off x="1206498" y="-1523548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Use Cases</a:t>
            </a:r>
          </a:p>
        </p:txBody>
      </p:sp>
      <p:sp>
        <p:nvSpPr>
          <p:cNvPr id="172" name="Sales"/>
          <p:cNvSpPr txBox="1"/>
          <p:nvPr/>
        </p:nvSpPr>
        <p:spPr>
          <a:xfrm>
            <a:off x="1704632" y="4013081"/>
            <a:ext cx="160416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Sales</a:t>
            </a:r>
          </a:p>
        </p:txBody>
      </p:sp>
      <p:sp>
        <p:nvSpPr>
          <p:cNvPr id="173" name="Support"/>
          <p:cNvSpPr txBox="1"/>
          <p:nvPr/>
        </p:nvSpPr>
        <p:spPr>
          <a:xfrm>
            <a:off x="1348626" y="5030685"/>
            <a:ext cx="231617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Support</a:t>
            </a:r>
          </a:p>
        </p:txBody>
      </p:sp>
      <p:sp>
        <p:nvSpPr>
          <p:cNvPr id="174" name="Ops"/>
          <p:cNvSpPr txBox="1"/>
          <p:nvPr/>
        </p:nvSpPr>
        <p:spPr>
          <a:xfrm>
            <a:off x="1884769" y="6048289"/>
            <a:ext cx="124389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Ops</a:t>
            </a:r>
          </a:p>
        </p:txBody>
      </p:sp>
      <p:sp>
        <p:nvSpPr>
          <p:cNvPr id="175" name="Forecasting"/>
          <p:cNvSpPr txBox="1"/>
          <p:nvPr/>
        </p:nvSpPr>
        <p:spPr>
          <a:xfrm>
            <a:off x="5253011" y="4013081"/>
            <a:ext cx="330921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Forecasting</a:t>
            </a:r>
          </a:p>
        </p:txBody>
      </p:sp>
      <p:sp>
        <p:nvSpPr>
          <p:cNvPr id="176" name="Triage"/>
          <p:cNvSpPr txBox="1"/>
          <p:nvPr/>
        </p:nvSpPr>
        <p:spPr>
          <a:xfrm>
            <a:off x="6032080" y="5030685"/>
            <a:ext cx="175107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Triage</a:t>
            </a:r>
          </a:p>
        </p:txBody>
      </p:sp>
      <p:sp>
        <p:nvSpPr>
          <p:cNvPr id="177" name="Monitoring"/>
          <p:cNvSpPr txBox="1"/>
          <p:nvPr/>
        </p:nvSpPr>
        <p:spPr>
          <a:xfrm>
            <a:off x="5547799" y="6048289"/>
            <a:ext cx="303855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Monitoring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
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commentAuthors.xml><?xml version="1.0" encoding="utf-8"?>
<p:cmAuthorLst xmlns:p="http://schemas.openxmlformats.org/presentationml/2006/main">
  <p:cmAuthor id="0" name="Ada" initials="AD" lastIdx="1" clrIdx="0"/>
</p:cmAuthor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commentAuthors" Target="commentAuthors.xml"/>
</Relationships>
</file>

<file path=ppt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lstStyle/>
          <a:p>
            <a:r>
              <a:t>Quarterly revenue</a:t>
            </a:r>
          </a:p>
        </c:rich>
      </c:tx>
    </c:title>
    <c:plotArea>
      <c:layout/>
      <c:barChart>
        <c:barDir val="col"/>
        <c:grouping val="clustered"/>
        <c:ser>
          <c:idx val="0"/>
          <c:order val="0"/>
          <c:tx>
            <c:strRe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strCache>
                <c:ptCount val="2"/>
                <c:pt idx="0">
                  <c:v>25569</c:v>
                </c:pt>
                <c:pt idx="1">
                  <c:v>Category B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strCache>
                <c:ptCount val="2"/>
                <c:pt idx="0">
                  <c:v>25569</c:v>
                </c:pt>
                <c:pt idx="1">
                  <c:v>Category B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30</c:v>
                </c:pt>
                <c:pt idx="1">
                  <c:v>40</c:v>
                </c:pt>
              </c:numCache>
            </c:numRef>
          </c:val>
        </c:ser>
      </c:barChart>
    </c:plotArea>
  </c:chart>
</c:chartSpace>
</file>

<file path=ppt/comments/comment1.xml><?xml version="1.0" encoding="utf-8"?>
<p:cmLst xmlns:p="http://schemas.openxmlformats.org/presentationml/2006/main">
  <p:cm authorId="0" dt="2026-01-01T00:00:00Z" idx="0">
    <p:pos x="0" y="0"/>
    <p:text>Review this chart</p:text>
  </p:cm>
</p:cmLst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/>
          </p:nvPr>
        </p:nvSpPr>
        <p:spPr/>
        <p:txBody>
          <a:bodyPr/>
          <a:lstStyle/>
          <a:p>
            <a:r>
              <a:t>Speaker note line one</a:t>
            </a:r>
            <a:br/>
            <a:r>
              <a:t>line two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Chart1" Type="http://schemas.openxmlformats.org/officeDocument/2006/relationships/chart" Target="../charts/chart1.xml"/>
  <Relationship Id="rIdNotes1" Type="http://schemas.openxmlformats.org/officeDocument/2006/relationships/notesSlide" Target="../notesSlides/notesSlide1.xml"/>
  <Relationship Id="rIdComments1" Type="http://schemas.openxmlformats.org/officeDocument/2006/relationships/comments" Target="../comments/comment1.xml"/>
  <Relationship Id="rIdImage1" Type="http://schemas.openxmlformats.org/officeDocument/2006/relationships/image" Target="../media/red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shape"/>
          <p:cNvSpPr/>
          <p:nvPr>
            <p:ph type="title"/>
          </p:nvPr>
        </p:nvSpPr>
        <p:spPr>
          <a:xfrm>
            <a:off x="0" y="0"/>
            <a:ext cx="4000000" cy="500000"/>
          </a:xfrm>
          <a:prstGeom prst="rect">
            <a:avLst/>
          </a:prstGeom>
        </p:spPr>
        <p:txBody>
          <a:bodyPr/>
          <a:lstStyle/>
          <a:p>
            <a:r>
              <a:rPr b="1"/>
              <a:t>Quarterly overview</a:t>
            </a:r>
          </a:p>
          <a:p>
            <a:pPr lvl="0">
              <a:buChar char="•"/>
            </a:pPr>
            <a:r>
              <a:t>First point</a:t>
            </a:r>
          </a:p>
          <a:p>
            <a:pPr lvl="1">
              <a:buAutoNum type="arabicPeriod"/>
            </a:pPr>
            <a:r>
              <a:t>Nested point</a:t>
            </a:r>
          </a:p>
        </p:txBody>
      </p:sp>
      <p:grpSp>
        <p:nvGrpSpPr>
          <p:cNvPr id="5" name="Decorations"/>
          <p:cNvGrpSpPr/>
          <p:nvPr/>
        </p:nvGrpSpPr>
        <p:grpSpPr>
          <a:xfrm>
            <a:off x="0" y="0"/>
            <a:ext cx="1000000" cy="1000000"/>
            <a:chOff x="0" y="0"/>
            <a:chExt cx="1000000" cy="1000000"/>
          </a:xfrm>
        </p:grpSpPr>
        <p:sp>
          <p:nvSpPr>
            <p:cNvPr id="6" name="Triangle"/>
            <p:cNvSpPr/>
            <p:nvPr/>
          </p:nvSpPr>
          <p:spPr>
            <a:xfrm>
              <a:off x="0" y="0"/>
              <a:ext cx="500000" cy="500000"/>
            </a:xfrm>
            <a:prstGeom prst="triangle">
              <a:avLst/>
            </a:prstGeom>
          </p:spPr>
        </p:sp>
        <p:sp>
          <p:nvSpPr>
            <p:cNvPr id="7" name="Text in group"/>
            <p:cNvSpPr/>
            <p:nvPr/>
          </p:nvSpPr>
          <p:spPr>
            <a:xfrm>
              <a:off x="500000" y="500000"/>
              <a:ext cx="500000" cy="500000"/>
            </a:xfrm>
            <a:prstGeom prst="rect">
              <a:avLst/>
            </a:prstGeom>
          </p:spPr>
          <p:txBody>
            <a:bodyPr/>
            <a:lstStyle/>
            <a:p>
              <a:r>
                <a:t>Grouped text</a:t>
              </a:r>
            </a:p>
          </p:txBody>
        </p:sp>
      </p:grpSp>
      <p:pic>
        <p:nvPicPr>
          <p:cNvPr id="8" name="Red pixel" descr="Project image"/>
          <p:cNvPicPr/>
          <p:nvPr/>
        </p:nvPicPr>
        <p:blipFill>
          <a:blip r:embed="rIdImage1"/>
          <a:stretch>
            <a:fillRect/>
          </a:stretch>
        </p:blipFill>
        <p:spPr>
          <a:xfrm>
            <a:off x="8000000" y="0"/>
            <a:ext cx="100000" cy="100000"/>
          </a:xfrm>
          <a:prstGeom prst="rect">
            <a:avLst/>
          </a:prstGeom>
        </p:spPr>
      </p:pic>
      <p:cxnSp>
        <p:nvCxnSpPr>
          <p:cNvPr id="9" name="Connector 1"/>
          <p:cNvCxnSpPr/>
          <p:nvPr/>
        </p:nvCxnSpPr>
        <p:spPr>
          <a:xfrm>
            <a:off x="0" y="0"/>
            <a:ext cx="100000" cy="100000"/>
          </a:xfrm>
          <a:prstGeom prst="line">
            <a:avLst/>
          </a:prstGeom>
        </p:spPr>
      </p:cxnSp>
      <p:graphicFrame>
        <p:nvGraphicFramePr>
          <p:cNvPr id="2" name="Revenue chart"/>
          <p:cNvGraphicFramePr/>
          <p:nvPr/>
        </p:nvGraphicFramePr>
        <p:xfrm>
          <a:off x="0" y="0"/>
          <a:ext cx="8000000" cy="5000000"/>
        </p:xfrm>
        <a:graphic>
          <a:graphicData uri="http://schemas.openxmlformats.org/drawingml/2006/chart">
            <c:chart r:id="rIdChart1"/>
          </a:graphicData>
        </a:graphic>
      </p:graphicFrame>
      <p:graphicFrame>
        <p:nvGraphicFramePr>
          <p:cNvPr id="3" name="Summary table"/>
          <p:cNvGraphicFramePr/>
          <p:nvPr/>
        </p:nvGraphicFramePr>
        <p:xfrm>
          <a:off x="0" y="5100000"/>
          <a:ext cx="8000000" cy="1500000"/>
        </p:xfrm>
        <a:graphic>
          <a:graphicData uri="http://schemas.openxmlformats.org/drawingml/2006/table">
            <a:tbl>
              <a:tblPr firstRow="1"/>
              <a:tblGrid>
                <a:gridCol w="4000000"/>
                <a:gridCol w="4000000"/>
              </a:tblGrid>
              <a:tr h="5000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Total</a:t>
                      </a:r>
                      <a:br/>
                      <a: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